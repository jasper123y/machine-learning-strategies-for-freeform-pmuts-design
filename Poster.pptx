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9" r:id="rId4"/>
  </p:sldMasterIdLst>
  <p:notesMasterIdLst>
    <p:notesMasterId r:id="rId6"/>
  </p:notesMasterIdLst>
  <p:sldIdLst>
    <p:sldId id="258" r:id="rId5"/>
  </p:sldIdLst>
  <p:sldSz cx="30275213" cy="42803763"/>
  <p:notesSz cx="6858000" cy="9144000"/>
  <p:defaultTextStyle>
    <a:defPPr>
      <a:defRPr lang="en-US"/>
    </a:defPPr>
    <a:lvl1pPr algn="l" rtl="0" fontAlgn="base">
      <a:spcBef>
        <a:spcPct val="0"/>
      </a:spcBef>
      <a:spcAft>
        <a:spcPct val="0"/>
      </a:spcAft>
      <a:defRPr sz="2400" kern="1200">
        <a:solidFill>
          <a:schemeClr val="tx1"/>
        </a:solidFill>
        <a:latin typeface="Arial Narrow" panose="020B0606020202030204" pitchFamily="34" charset="0"/>
        <a:ea typeface="MS PGothic" panose="020B0600070205080204" pitchFamily="34" charset="-128"/>
        <a:cs typeface="+mn-cs"/>
      </a:defRPr>
    </a:lvl1pPr>
    <a:lvl2pPr marL="457200" algn="l" rtl="0" fontAlgn="base">
      <a:spcBef>
        <a:spcPct val="0"/>
      </a:spcBef>
      <a:spcAft>
        <a:spcPct val="0"/>
      </a:spcAft>
      <a:defRPr sz="2400" kern="1200">
        <a:solidFill>
          <a:schemeClr val="tx1"/>
        </a:solidFill>
        <a:latin typeface="Arial Narrow" panose="020B0606020202030204" pitchFamily="34" charset="0"/>
        <a:ea typeface="MS PGothic" panose="020B0600070205080204" pitchFamily="34" charset="-128"/>
        <a:cs typeface="+mn-cs"/>
      </a:defRPr>
    </a:lvl2pPr>
    <a:lvl3pPr marL="914400" algn="l" rtl="0" fontAlgn="base">
      <a:spcBef>
        <a:spcPct val="0"/>
      </a:spcBef>
      <a:spcAft>
        <a:spcPct val="0"/>
      </a:spcAft>
      <a:defRPr sz="2400" kern="1200">
        <a:solidFill>
          <a:schemeClr val="tx1"/>
        </a:solidFill>
        <a:latin typeface="Arial Narrow" panose="020B0606020202030204" pitchFamily="34" charset="0"/>
        <a:ea typeface="MS PGothic" panose="020B0600070205080204" pitchFamily="34" charset="-128"/>
        <a:cs typeface="+mn-cs"/>
      </a:defRPr>
    </a:lvl3pPr>
    <a:lvl4pPr marL="1371600" algn="l" rtl="0" fontAlgn="base">
      <a:spcBef>
        <a:spcPct val="0"/>
      </a:spcBef>
      <a:spcAft>
        <a:spcPct val="0"/>
      </a:spcAft>
      <a:defRPr sz="2400" kern="1200">
        <a:solidFill>
          <a:schemeClr val="tx1"/>
        </a:solidFill>
        <a:latin typeface="Arial Narrow" panose="020B0606020202030204" pitchFamily="34" charset="0"/>
        <a:ea typeface="MS PGothic" panose="020B0600070205080204" pitchFamily="34" charset="-128"/>
        <a:cs typeface="+mn-cs"/>
      </a:defRPr>
    </a:lvl4pPr>
    <a:lvl5pPr marL="1828800" algn="l" rtl="0" fontAlgn="base">
      <a:spcBef>
        <a:spcPct val="0"/>
      </a:spcBef>
      <a:spcAft>
        <a:spcPct val="0"/>
      </a:spcAft>
      <a:defRPr sz="2400" kern="1200">
        <a:solidFill>
          <a:schemeClr val="tx1"/>
        </a:solidFill>
        <a:latin typeface="Arial Narrow" panose="020B0606020202030204" pitchFamily="34" charset="0"/>
        <a:ea typeface="MS PGothic" panose="020B0600070205080204" pitchFamily="34" charset="-128"/>
        <a:cs typeface="+mn-cs"/>
      </a:defRPr>
    </a:lvl5pPr>
    <a:lvl6pPr marL="2286000" algn="l" defTabSz="914400" rtl="0" eaLnBrk="1" latinLnBrk="0" hangingPunct="1">
      <a:defRPr sz="2400" kern="1200">
        <a:solidFill>
          <a:schemeClr val="tx1"/>
        </a:solidFill>
        <a:latin typeface="Arial Narrow" panose="020B0606020202030204" pitchFamily="34" charset="0"/>
        <a:ea typeface="MS PGothic" panose="020B0600070205080204" pitchFamily="34" charset="-128"/>
        <a:cs typeface="+mn-cs"/>
      </a:defRPr>
    </a:lvl6pPr>
    <a:lvl7pPr marL="2743200" algn="l" defTabSz="914400" rtl="0" eaLnBrk="1" latinLnBrk="0" hangingPunct="1">
      <a:defRPr sz="2400" kern="1200">
        <a:solidFill>
          <a:schemeClr val="tx1"/>
        </a:solidFill>
        <a:latin typeface="Arial Narrow" panose="020B0606020202030204" pitchFamily="34" charset="0"/>
        <a:ea typeface="MS PGothic" panose="020B0600070205080204" pitchFamily="34" charset="-128"/>
        <a:cs typeface="+mn-cs"/>
      </a:defRPr>
    </a:lvl7pPr>
    <a:lvl8pPr marL="3200400" algn="l" defTabSz="914400" rtl="0" eaLnBrk="1" latinLnBrk="0" hangingPunct="1">
      <a:defRPr sz="2400" kern="1200">
        <a:solidFill>
          <a:schemeClr val="tx1"/>
        </a:solidFill>
        <a:latin typeface="Arial Narrow" panose="020B0606020202030204" pitchFamily="34" charset="0"/>
        <a:ea typeface="MS PGothic" panose="020B0600070205080204" pitchFamily="34" charset="-128"/>
        <a:cs typeface="+mn-cs"/>
      </a:defRPr>
    </a:lvl8pPr>
    <a:lvl9pPr marL="3657600" algn="l" defTabSz="914400" rtl="0" eaLnBrk="1" latinLnBrk="0" hangingPunct="1">
      <a:defRPr sz="2400" kern="1200">
        <a:solidFill>
          <a:schemeClr val="tx1"/>
        </a:solidFill>
        <a:latin typeface="Arial Narrow" panose="020B060602020203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5453">
          <p15:clr>
            <a:srgbClr val="A4A3A4"/>
          </p15:clr>
        </p15:guide>
        <p15:guide id="2" orient="horz" pos="24328">
          <p15:clr>
            <a:srgbClr val="A4A3A4"/>
          </p15:clr>
        </p15:guide>
        <p15:guide id="3" pos="-1319">
          <p15:clr>
            <a:srgbClr val="A4A3A4"/>
          </p15:clr>
        </p15:guide>
        <p15:guide id="4" pos="5663">
          <p15:clr>
            <a:srgbClr val="A4A3A4"/>
          </p15:clr>
        </p15:guide>
        <p15:guide id="5" pos="6027">
          <p15:clr>
            <a:srgbClr val="A4A3A4"/>
          </p15:clr>
        </p15:guide>
        <p15:guide id="6" pos="20354">
          <p15:clr>
            <a:srgbClr val="A4A3A4"/>
          </p15:clr>
        </p15:guide>
        <p15:guide id="7" pos="13008">
          <p15:clr>
            <a:srgbClr val="A4A3A4"/>
          </p15:clr>
        </p15:guide>
        <p15:guide id="8" pos="13373">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B9B"/>
    <a:srgbClr val="FFFFFF"/>
    <a:srgbClr val="79954A"/>
    <a:srgbClr val="000000"/>
    <a:srgbClr val="F4F1E9"/>
    <a:srgbClr val="1BADCF"/>
    <a:srgbClr val="3399FF"/>
    <a:srgbClr val="0066FF"/>
    <a:srgbClr val="FF9900"/>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2" autoAdjust="0"/>
    <p:restoredTop sz="94712" autoAdjust="0"/>
  </p:normalViewPr>
  <p:slideViewPr>
    <p:cSldViewPr snapToGrid="0" snapToObjects="1">
      <p:cViewPr>
        <p:scale>
          <a:sx n="17" d="100"/>
          <a:sy n="17" d="100"/>
        </p:scale>
        <p:origin x="3204" y="168"/>
      </p:cViewPr>
      <p:guideLst>
        <p:guide orient="horz" pos="5453"/>
        <p:guide orient="horz" pos="24328"/>
        <p:guide pos="-1319"/>
        <p:guide pos="5663"/>
        <p:guide pos="6027"/>
        <p:guide pos="20354"/>
        <p:guide pos="13008"/>
        <p:guide pos="13373"/>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053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ea typeface="+mn-ea"/>
                <a:cs typeface="+mn-cs"/>
              </a:defRPr>
            </a:lvl1pPr>
          </a:lstStyle>
          <a:p>
            <a:pPr>
              <a:defRPr/>
            </a:pPr>
            <a:endParaRPr lang="en-US"/>
          </a:p>
        </p:txBody>
      </p:sp>
      <p:sp>
        <p:nvSpPr>
          <p:cNvPr id="150531"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ea typeface="+mn-ea"/>
                <a:cs typeface="+mn-cs"/>
              </a:defRPr>
            </a:lvl1pPr>
          </a:lstStyle>
          <a:p>
            <a:pPr>
              <a:defRPr/>
            </a:pPr>
            <a:endParaRPr lang="en-US"/>
          </a:p>
        </p:txBody>
      </p:sp>
      <p:sp>
        <p:nvSpPr>
          <p:cNvPr id="5124" name="Rectangle 4"/>
          <p:cNvSpPr>
            <a:spLocks noGrp="1" noRot="1" noChangeAspect="1" noChangeArrowheads="1" noTextEdit="1"/>
          </p:cNvSpPr>
          <p:nvPr>
            <p:ph type="sldImg" idx="2"/>
          </p:nvPr>
        </p:nvSpPr>
        <p:spPr bwMode="auto">
          <a:xfrm>
            <a:off x="2216150" y="685800"/>
            <a:ext cx="24257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0533"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0534"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ea typeface="+mn-ea"/>
                <a:cs typeface="+mn-cs"/>
              </a:defRPr>
            </a:lvl1pPr>
          </a:lstStyle>
          <a:p>
            <a:pPr>
              <a:defRPr/>
            </a:pPr>
            <a:endParaRPr lang="en-US"/>
          </a:p>
        </p:txBody>
      </p:sp>
      <p:sp>
        <p:nvSpPr>
          <p:cNvPr id="150535"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panose="020B0604020202020204" pitchFamily="34" charset="0"/>
              </a:defRPr>
            </a:lvl1pPr>
          </a:lstStyle>
          <a:p>
            <a:fld id="{61F556E2-1959-40AA-AE19-3C34AE6979FD}" type="slidenum">
              <a:rPr lang="en-US" altLang="en-US"/>
              <a:pPr/>
              <a:t>‹#›</a:t>
            </a:fld>
            <a:endParaRPr lang="en-US" altLang="en-US"/>
          </a:p>
        </p:txBody>
      </p:sp>
    </p:spTree>
    <p:extLst>
      <p:ext uri="{BB962C8B-B14F-4D97-AF65-F5344CB8AC3E}">
        <p14:creationId xmlns:p14="http://schemas.microsoft.com/office/powerpoint/2010/main" val="265590220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S PGothic" pitchFamily="34"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Arial" charset="0"/>
        <a:ea typeface="MS PGothic" pitchFamily="34" charset="-128"/>
        <a:cs typeface="ＭＳ Ｐゴシック"/>
      </a:defRPr>
    </a:lvl2pPr>
    <a:lvl3pPr marL="914400" algn="l" rtl="0" eaLnBrk="0" fontAlgn="base" hangingPunct="0">
      <a:spcBef>
        <a:spcPct val="30000"/>
      </a:spcBef>
      <a:spcAft>
        <a:spcPct val="0"/>
      </a:spcAft>
      <a:defRPr sz="1200" kern="1200">
        <a:solidFill>
          <a:schemeClr val="tx1"/>
        </a:solidFill>
        <a:latin typeface="Arial" charset="0"/>
        <a:ea typeface="MS PGothic" pitchFamily="34" charset="-128"/>
        <a:cs typeface="ＭＳ Ｐゴシック"/>
      </a:defRPr>
    </a:lvl3pPr>
    <a:lvl4pPr marL="1371600" algn="l" rtl="0" eaLnBrk="0" fontAlgn="base" hangingPunct="0">
      <a:spcBef>
        <a:spcPct val="30000"/>
      </a:spcBef>
      <a:spcAft>
        <a:spcPct val="0"/>
      </a:spcAft>
      <a:defRPr sz="1200" kern="1200">
        <a:solidFill>
          <a:schemeClr val="tx1"/>
        </a:solidFill>
        <a:latin typeface="Arial" charset="0"/>
        <a:ea typeface="MS PGothic" pitchFamily="34" charset="-128"/>
        <a:cs typeface="ＭＳ Ｐゴシック"/>
      </a:defRPr>
    </a:lvl4pPr>
    <a:lvl5pPr marL="1828800" algn="l" rtl="0" eaLnBrk="0" fontAlgn="base" hangingPunct="0">
      <a:spcBef>
        <a:spcPct val="30000"/>
      </a:spcBef>
      <a:spcAft>
        <a:spcPct val="0"/>
      </a:spcAft>
      <a:defRPr sz="1200" kern="1200">
        <a:solidFill>
          <a:schemeClr val="tx1"/>
        </a:solidFill>
        <a:latin typeface="Arial" charset="0"/>
        <a:ea typeface="MS PGothic" pitchFamily="34" charset="-128"/>
        <a:cs typeface="ＭＳ Ｐゴシック"/>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asic">
    <p:spTree>
      <p:nvGrpSpPr>
        <p:cNvPr id="1" name=""/>
        <p:cNvGrpSpPr/>
        <p:nvPr/>
      </p:nvGrpSpPr>
      <p:grpSpPr>
        <a:xfrm>
          <a:off x="0" y="0"/>
          <a:ext cx="0" cy="0"/>
          <a:chOff x="0" y="0"/>
          <a:chExt cx="0" cy="0"/>
        </a:xfrm>
      </p:grpSpPr>
      <p:sp>
        <p:nvSpPr>
          <p:cNvPr id="8" name="Content Placeholder 2"/>
          <p:cNvSpPr>
            <a:spLocks noGrp="1"/>
          </p:cNvSpPr>
          <p:nvPr>
            <p:ph idx="1" hasCustomPrompt="1"/>
          </p:nvPr>
        </p:nvSpPr>
        <p:spPr>
          <a:xfrm>
            <a:off x="661988" y="13807440"/>
            <a:ext cx="9304337" cy="26289000"/>
          </a:xfrm>
          <a:prstGeom prst="rect">
            <a:avLst/>
          </a:prstGeom>
        </p:spPr>
        <p:txBody>
          <a:bodyPr/>
          <a:lstStyle>
            <a:lvl1pPr>
              <a:defRPr sz="3200">
                <a:solidFill>
                  <a:schemeClr val="tx1"/>
                </a:solidFill>
              </a:defRPr>
            </a:lvl1pPr>
            <a:lvl2pPr>
              <a:defRPr sz="3200">
                <a:solidFill>
                  <a:schemeClr val="tx1"/>
                </a:solidFill>
              </a:defRPr>
            </a:lvl2pPr>
            <a:lvl3pPr>
              <a:defRPr sz="3200"/>
            </a:lvl3pPr>
            <a:lvl4pPr>
              <a:defRPr sz="3200"/>
            </a:lvl4pPr>
            <a:lvl5pPr>
              <a:defRPr sz="3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Content Placeholder 2"/>
          <p:cNvSpPr>
            <a:spLocks noGrp="1"/>
          </p:cNvSpPr>
          <p:nvPr>
            <p:ph idx="10" hasCustomPrompt="1"/>
          </p:nvPr>
        </p:nvSpPr>
        <p:spPr>
          <a:xfrm>
            <a:off x="10507663" y="13807440"/>
            <a:ext cx="9304337" cy="26288999"/>
          </a:xfrm>
          <a:prstGeom prst="rect">
            <a:avLst/>
          </a:prstGeom>
        </p:spPr>
        <p:txBody>
          <a:bodyPr/>
          <a:lstStyle>
            <a:lvl1pPr>
              <a:defRPr sz="3200">
                <a:solidFill>
                  <a:schemeClr val="tx1"/>
                </a:solidFill>
              </a:defRPr>
            </a:lvl1pPr>
            <a:lvl2pPr>
              <a:defRPr sz="3200">
                <a:solidFill>
                  <a:schemeClr val="tx1"/>
                </a:solidFill>
              </a:defRPr>
            </a:lvl2pPr>
            <a:lvl3pPr>
              <a:defRPr sz="3200"/>
            </a:lvl3pPr>
            <a:lvl4pPr>
              <a:defRPr sz="3200"/>
            </a:lvl4pPr>
            <a:lvl5pPr>
              <a:defRPr sz="3200"/>
            </a:lvl5pPr>
          </a:lstStyle>
          <a:p>
            <a:pPr lvl="0"/>
            <a:r>
              <a:rPr lang="en-US" dirty="0"/>
              <a:t>Click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6" name="Text Placeholder 15"/>
          <p:cNvSpPr>
            <a:spLocks noGrp="1"/>
          </p:cNvSpPr>
          <p:nvPr>
            <p:ph type="body" sz="quarter" idx="14" hasCustomPrompt="1"/>
          </p:nvPr>
        </p:nvSpPr>
        <p:spPr>
          <a:xfrm>
            <a:off x="10507662" y="5678488"/>
            <a:ext cx="19150013" cy="950912"/>
          </a:xfrm>
          <a:prstGeom prst="rect">
            <a:avLst/>
          </a:prstGeom>
        </p:spPr>
        <p:txBody>
          <a:bodyPr anchor="ctr" anchorCtr="0"/>
          <a:lstStyle>
            <a:lvl1pPr marL="0" indent="0">
              <a:buNone/>
              <a:defRPr sz="4400" b="1" baseline="0">
                <a:solidFill>
                  <a:srgbClr val="009B9B"/>
                </a:solidFill>
              </a:defRPr>
            </a:lvl1pPr>
          </a:lstStyle>
          <a:p>
            <a:pPr lvl="0"/>
            <a:r>
              <a:rPr lang="en-GB" sz="4400" dirty="0"/>
              <a:t>Introduction, Summary or Abstract</a:t>
            </a:r>
            <a:endParaRPr lang="en-GB" dirty="0"/>
          </a:p>
        </p:txBody>
      </p:sp>
      <p:sp>
        <p:nvSpPr>
          <p:cNvPr id="17" name="Text Placeholder 15"/>
          <p:cNvSpPr>
            <a:spLocks noGrp="1"/>
          </p:cNvSpPr>
          <p:nvPr>
            <p:ph type="body" sz="quarter" idx="15" hasCustomPrompt="1"/>
          </p:nvPr>
        </p:nvSpPr>
        <p:spPr>
          <a:xfrm>
            <a:off x="10507663" y="12673745"/>
            <a:ext cx="9304337" cy="950912"/>
          </a:xfrm>
          <a:prstGeom prst="rect">
            <a:avLst/>
          </a:prstGeom>
          <a:solidFill>
            <a:srgbClr val="009B9B"/>
          </a:solidFill>
        </p:spPr>
        <p:txBody>
          <a:bodyPr anchor="ctr" anchorCtr="0"/>
          <a:lstStyle>
            <a:lvl1pPr marL="0" indent="0">
              <a:buNone/>
              <a:defRPr sz="4400" baseline="0">
                <a:solidFill>
                  <a:schemeClr val="bg1"/>
                </a:solidFill>
              </a:defRPr>
            </a:lvl1pPr>
          </a:lstStyle>
          <a:p>
            <a:pPr lvl="0"/>
            <a:r>
              <a:rPr lang="en-GB" sz="4400" dirty="0"/>
              <a:t>Subheading</a:t>
            </a:r>
            <a:endParaRPr lang="en-GB" dirty="0"/>
          </a:p>
        </p:txBody>
      </p:sp>
      <p:sp>
        <p:nvSpPr>
          <p:cNvPr id="18" name="Text Placeholder 15"/>
          <p:cNvSpPr>
            <a:spLocks noGrp="1"/>
          </p:cNvSpPr>
          <p:nvPr>
            <p:ph type="body" sz="quarter" idx="16" hasCustomPrompt="1"/>
          </p:nvPr>
        </p:nvSpPr>
        <p:spPr>
          <a:xfrm>
            <a:off x="661989" y="12673744"/>
            <a:ext cx="9304337" cy="950912"/>
          </a:xfrm>
          <a:prstGeom prst="rect">
            <a:avLst/>
          </a:prstGeom>
          <a:solidFill>
            <a:srgbClr val="009B9B"/>
          </a:solidFill>
        </p:spPr>
        <p:txBody>
          <a:bodyPr anchor="ctr" anchorCtr="0"/>
          <a:lstStyle>
            <a:lvl1pPr marL="0" indent="0">
              <a:buNone/>
              <a:defRPr sz="4400" baseline="0">
                <a:solidFill>
                  <a:schemeClr val="bg1"/>
                </a:solidFill>
              </a:defRPr>
            </a:lvl1pPr>
          </a:lstStyle>
          <a:p>
            <a:pPr lvl="0"/>
            <a:r>
              <a:rPr lang="en-GB" sz="4400" dirty="0"/>
              <a:t>Subheading</a:t>
            </a:r>
            <a:endParaRPr lang="en-GB" dirty="0"/>
          </a:p>
        </p:txBody>
      </p:sp>
      <p:sp>
        <p:nvSpPr>
          <p:cNvPr id="19" name="Content Placeholder 2"/>
          <p:cNvSpPr>
            <a:spLocks noGrp="1"/>
          </p:cNvSpPr>
          <p:nvPr>
            <p:ph idx="17" hasCustomPrompt="1"/>
          </p:nvPr>
        </p:nvSpPr>
        <p:spPr>
          <a:xfrm>
            <a:off x="20353338" y="13807441"/>
            <a:ext cx="9304337" cy="26288999"/>
          </a:xfrm>
          <a:prstGeom prst="rect">
            <a:avLst/>
          </a:prstGeom>
        </p:spPr>
        <p:txBody>
          <a:bodyPr/>
          <a:lstStyle>
            <a:lvl1pPr>
              <a:defRPr sz="3200">
                <a:solidFill>
                  <a:schemeClr val="tx1"/>
                </a:solidFill>
              </a:defRPr>
            </a:lvl1pPr>
            <a:lvl2pPr>
              <a:defRPr sz="3200">
                <a:solidFill>
                  <a:schemeClr val="tx1"/>
                </a:solidFill>
              </a:defRPr>
            </a:lvl2pPr>
            <a:lvl3pPr>
              <a:defRPr sz="3200"/>
            </a:lvl3pPr>
            <a:lvl4pPr>
              <a:defRPr sz="3200"/>
            </a:lvl4pPr>
            <a:lvl5pPr>
              <a:defRPr sz="3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0" name="Text Placeholder 15"/>
          <p:cNvSpPr>
            <a:spLocks noGrp="1"/>
          </p:cNvSpPr>
          <p:nvPr>
            <p:ph type="body" sz="quarter" idx="18" hasCustomPrompt="1"/>
          </p:nvPr>
        </p:nvSpPr>
        <p:spPr>
          <a:xfrm>
            <a:off x="20353338" y="12673746"/>
            <a:ext cx="9304337" cy="950912"/>
          </a:xfrm>
          <a:prstGeom prst="rect">
            <a:avLst/>
          </a:prstGeom>
          <a:solidFill>
            <a:srgbClr val="009B9B"/>
          </a:solidFill>
        </p:spPr>
        <p:txBody>
          <a:bodyPr anchor="ctr" anchorCtr="0"/>
          <a:lstStyle>
            <a:lvl1pPr marL="0" indent="0">
              <a:buNone/>
              <a:defRPr sz="4400" baseline="0">
                <a:solidFill>
                  <a:schemeClr val="bg1"/>
                </a:solidFill>
              </a:defRPr>
            </a:lvl1pPr>
          </a:lstStyle>
          <a:p>
            <a:pPr lvl="0"/>
            <a:r>
              <a:rPr lang="en-GB" sz="4400" dirty="0"/>
              <a:t>Subheading</a:t>
            </a:r>
            <a:endParaRPr lang="en-GB" dirty="0"/>
          </a:p>
        </p:txBody>
      </p:sp>
      <p:sp>
        <p:nvSpPr>
          <p:cNvPr id="10" name="Inhaltsplatzhalter 9">
            <a:extLst>
              <a:ext uri="{FF2B5EF4-FFF2-40B4-BE49-F238E27FC236}">
                <a16:creationId xmlns:a16="http://schemas.microsoft.com/office/drawing/2014/main" id="{5A66A8E2-2B90-42F4-A191-79ECF1698D5F}"/>
              </a:ext>
            </a:extLst>
          </p:cNvPr>
          <p:cNvSpPr>
            <a:spLocks noGrp="1"/>
          </p:cNvSpPr>
          <p:nvPr>
            <p:ph sz="quarter" idx="20" hasCustomPrompt="1"/>
          </p:nvPr>
        </p:nvSpPr>
        <p:spPr>
          <a:xfrm>
            <a:off x="661988" y="6858000"/>
            <a:ext cx="9304337" cy="5086350"/>
          </a:xfrm>
          <a:prstGeom prst="rect">
            <a:avLst/>
          </a:prstGeom>
        </p:spPr>
        <p:txBody>
          <a:bodyPr/>
          <a:lstStyle>
            <a:lvl1pPr marL="0" indent="0">
              <a:buNone/>
              <a:defRPr sz="4400">
                <a:solidFill>
                  <a:sysClr val="windowText" lastClr="000000"/>
                </a:solidFill>
              </a:defRPr>
            </a:lvl1pPr>
            <a:lvl2pPr>
              <a:defRPr>
                <a:solidFill>
                  <a:sysClr val="windowText" lastClr="000000"/>
                </a:solidFill>
              </a:defRPr>
            </a:lvl2pPr>
            <a:lvl3pPr>
              <a:defRPr>
                <a:solidFill>
                  <a:sysClr val="windowText" lastClr="000000"/>
                </a:solidFill>
              </a:defRPr>
            </a:lvl3pPr>
            <a:lvl4pPr>
              <a:defRPr>
                <a:solidFill>
                  <a:sysClr val="windowText" lastClr="000000"/>
                </a:solidFill>
              </a:defRPr>
            </a:lvl4pPr>
            <a:lvl5pPr>
              <a:defRPr>
                <a:solidFill>
                  <a:sysClr val="windowText" lastClr="000000"/>
                </a:solidFill>
              </a:defRPr>
            </a:lvl5pPr>
          </a:lstStyle>
          <a:p>
            <a:pPr lvl="0"/>
            <a:r>
              <a:rPr lang="en-US" dirty="0"/>
              <a:t>Surname, Name</a:t>
            </a:r>
          </a:p>
          <a:p>
            <a:pPr lvl="0"/>
            <a:r>
              <a:rPr lang="en-US" dirty="0"/>
              <a:t>Surname, Name</a:t>
            </a:r>
          </a:p>
          <a:p>
            <a:pPr lvl="0"/>
            <a:r>
              <a:rPr lang="en-US" dirty="0"/>
              <a:t>Surname, Name</a:t>
            </a:r>
          </a:p>
        </p:txBody>
      </p:sp>
      <p:sp>
        <p:nvSpPr>
          <p:cNvPr id="28" name="Content Placeholder 11">
            <a:extLst>
              <a:ext uri="{FF2B5EF4-FFF2-40B4-BE49-F238E27FC236}">
                <a16:creationId xmlns:a16="http://schemas.microsoft.com/office/drawing/2014/main" id="{5708F446-BA73-4CA7-A045-D9267618B0AC}"/>
              </a:ext>
            </a:extLst>
          </p:cNvPr>
          <p:cNvSpPr>
            <a:spLocks noGrp="1"/>
          </p:cNvSpPr>
          <p:nvPr>
            <p:ph sz="quarter" idx="12" hasCustomPrompt="1"/>
          </p:nvPr>
        </p:nvSpPr>
        <p:spPr>
          <a:xfrm>
            <a:off x="10507663" y="6858000"/>
            <a:ext cx="19150013" cy="5086287"/>
          </a:xfrm>
          <a:prstGeom prst="rect">
            <a:avLst/>
          </a:prstGeom>
          <a:solidFill>
            <a:schemeClr val="accent3"/>
          </a:solidFill>
        </p:spPr>
        <p:txBody>
          <a:bodyPr/>
          <a:lstStyle>
            <a:lvl1pPr marL="0" marR="0" indent="0" algn="l" defTabSz="749300" rtl="0" eaLnBrk="0" fontAlgn="base" latinLnBrk="0" hangingPunct="0">
              <a:lnSpc>
                <a:spcPct val="100000"/>
              </a:lnSpc>
              <a:spcBef>
                <a:spcPct val="20000"/>
              </a:spcBef>
              <a:spcAft>
                <a:spcPct val="0"/>
              </a:spcAft>
              <a:buClrTx/>
              <a:buSzTx/>
              <a:buFontTx/>
              <a:buNone/>
              <a:tabLst/>
              <a:defRPr sz="4400" b="0">
                <a:solidFill>
                  <a:schemeClr val="tx1"/>
                </a:solidFill>
              </a:defRPr>
            </a:lvl1pPr>
            <a:lvl2pPr marL="374650" marR="0" indent="0" algn="l" defTabSz="749300" rtl="0" eaLnBrk="0" fontAlgn="base" latinLnBrk="0" hangingPunct="0">
              <a:lnSpc>
                <a:spcPct val="100000"/>
              </a:lnSpc>
              <a:spcBef>
                <a:spcPct val="20000"/>
              </a:spcBef>
              <a:spcAft>
                <a:spcPct val="0"/>
              </a:spcAft>
              <a:buClrTx/>
              <a:buSzTx/>
              <a:buFontTx/>
              <a:buNone/>
              <a:tabLst/>
              <a:defRPr sz="4400"/>
            </a:lvl2pPr>
            <a:lvl3pPr marL="938213" marR="0" indent="-188913" algn="l" defTabSz="749300" rtl="0" eaLnBrk="0" fontAlgn="base" latinLnBrk="0" hangingPunct="0">
              <a:lnSpc>
                <a:spcPct val="100000"/>
              </a:lnSpc>
              <a:spcBef>
                <a:spcPct val="20000"/>
              </a:spcBef>
              <a:spcAft>
                <a:spcPct val="0"/>
              </a:spcAft>
              <a:buClrTx/>
              <a:buSzTx/>
              <a:buFontTx/>
              <a:buChar char="•"/>
              <a:tabLst/>
              <a:defRPr sz="4400"/>
            </a:lvl3pPr>
            <a:lvl4pPr marL="1312863" marR="0" indent="-187325" algn="l" defTabSz="749300" rtl="0" eaLnBrk="0" fontAlgn="base" latinLnBrk="0" hangingPunct="0">
              <a:lnSpc>
                <a:spcPct val="100000"/>
              </a:lnSpc>
              <a:spcBef>
                <a:spcPct val="20000"/>
              </a:spcBef>
              <a:spcAft>
                <a:spcPct val="0"/>
              </a:spcAft>
              <a:buClrTx/>
              <a:buSzTx/>
              <a:buFontTx/>
              <a:buChar char="–"/>
              <a:tabLst/>
              <a:defRPr sz="4400"/>
            </a:lvl4pPr>
            <a:lvl5pPr marL="1687513" marR="0" indent="-187325" algn="l" defTabSz="749300" rtl="0" eaLnBrk="0" fontAlgn="base" latinLnBrk="0" hangingPunct="0">
              <a:lnSpc>
                <a:spcPct val="100000"/>
              </a:lnSpc>
              <a:spcBef>
                <a:spcPct val="20000"/>
              </a:spcBef>
              <a:spcAft>
                <a:spcPct val="0"/>
              </a:spcAft>
              <a:buClrTx/>
              <a:buSzTx/>
              <a:buFontTx/>
              <a:buChar char="»"/>
              <a:tabLst/>
              <a:defRPr sz="4400"/>
            </a:lvl5pPr>
          </a:lstStyle>
          <a:p>
            <a:pPr lvl="0"/>
            <a:r>
              <a:rPr lang="en-US" dirty="0"/>
              <a:t>Click to add text.</a:t>
            </a:r>
          </a:p>
          <a:p>
            <a:pPr lvl="1"/>
            <a:endParaRPr lang="en-GB" dirty="0"/>
          </a:p>
        </p:txBody>
      </p:sp>
      <p:sp>
        <p:nvSpPr>
          <p:cNvPr id="29" name="Text Placeholder 15">
            <a:extLst>
              <a:ext uri="{FF2B5EF4-FFF2-40B4-BE49-F238E27FC236}">
                <a16:creationId xmlns:a16="http://schemas.microsoft.com/office/drawing/2014/main" id="{DC7E96C5-4B2F-40D1-A491-9A7A99FE26D2}"/>
              </a:ext>
            </a:extLst>
          </p:cNvPr>
          <p:cNvSpPr>
            <a:spLocks noGrp="1"/>
          </p:cNvSpPr>
          <p:nvPr>
            <p:ph type="body" sz="quarter" idx="26" hasCustomPrompt="1"/>
          </p:nvPr>
        </p:nvSpPr>
        <p:spPr>
          <a:xfrm>
            <a:off x="617538" y="5689667"/>
            <a:ext cx="9348788" cy="939733"/>
          </a:xfrm>
          <a:prstGeom prst="rect">
            <a:avLst/>
          </a:prstGeom>
        </p:spPr>
        <p:txBody>
          <a:bodyPr anchor="ctr" anchorCtr="0"/>
          <a:lstStyle>
            <a:lvl1pPr marL="0" indent="0">
              <a:buNone/>
              <a:defRPr sz="4400" b="1" baseline="0">
                <a:solidFill>
                  <a:srgbClr val="009B9B"/>
                </a:solidFill>
              </a:defRPr>
            </a:lvl1pPr>
          </a:lstStyle>
          <a:p>
            <a:pPr lvl="0"/>
            <a:r>
              <a:rPr lang="en-GB" sz="4400" dirty="0"/>
              <a:t>Author(s)</a:t>
            </a:r>
          </a:p>
        </p:txBody>
      </p:sp>
      <p:sp>
        <p:nvSpPr>
          <p:cNvPr id="2" name="Title 1">
            <a:extLst>
              <a:ext uri="{FF2B5EF4-FFF2-40B4-BE49-F238E27FC236}">
                <a16:creationId xmlns:a16="http://schemas.microsoft.com/office/drawing/2014/main" id="{53AF8404-10D7-45CE-C181-249AE3164C34}"/>
              </a:ext>
            </a:extLst>
          </p:cNvPr>
          <p:cNvSpPr>
            <a:spLocks noGrp="1"/>
          </p:cNvSpPr>
          <p:nvPr>
            <p:ph type="title"/>
          </p:nvPr>
        </p:nvSpPr>
        <p:spPr>
          <a:xfrm>
            <a:off x="2081213" y="2279650"/>
            <a:ext cx="26112787" cy="8272463"/>
          </a:xfrm>
          <a:prstGeom prst="rect">
            <a:avLst/>
          </a:prstGeom>
        </p:spPr>
        <p:txBody>
          <a:bodyPr/>
          <a:lstStyle/>
          <a:p>
            <a:r>
              <a:rPr lang="en-US"/>
              <a:t>Click to edit Master title style</a:t>
            </a:r>
            <a:endParaRPr lang="de-AT"/>
          </a:p>
        </p:txBody>
      </p:sp>
    </p:spTree>
    <p:extLst>
      <p:ext uri="{BB962C8B-B14F-4D97-AF65-F5344CB8AC3E}">
        <p14:creationId xmlns:p14="http://schemas.microsoft.com/office/powerpoint/2010/main" val="19069530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Basic">
    <p:spTree>
      <p:nvGrpSpPr>
        <p:cNvPr id="1" name=""/>
        <p:cNvGrpSpPr/>
        <p:nvPr/>
      </p:nvGrpSpPr>
      <p:grpSpPr>
        <a:xfrm>
          <a:off x="0" y="0"/>
          <a:ext cx="0" cy="0"/>
          <a:chOff x="0" y="0"/>
          <a:chExt cx="0" cy="0"/>
        </a:xfrm>
      </p:grpSpPr>
      <p:sp>
        <p:nvSpPr>
          <p:cNvPr id="8" name="Content Placeholder 2"/>
          <p:cNvSpPr>
            <a:spLocks noGrp="1"/>
          </p:cNvSpPr>
          <p:nvPr>
            <p:ph idx="1" hasCustomPrompt="1"/>
          </p:nvPr>
        </p:nvSpPr>
        <p:spPr>
          <a:xfrm>
            <a:off x="661988" y="21663756"/>
            <a:ext cx="9304337" cy="18310861"/>
          </a:xfrm>
          <a:prstGeom prst="rect">
            <a:avLst/>
          </a:prstGeom>
        </p:spPr>
        <p:txBody>
          <a:bodyPr/>
          <a:lstStyle>
            <a:lvl1pPr>
              <a:defRPr sz="3200">
                <a:solidFill>
                  <a:schemeClr val="tx1"/>
                </a:solidFill>
              </a:defRPr>
            </a:lvl1pPr>
            <a:lvl2pPr>
              <a:defRPr sz="3200">
                <a:solidFill>
                  <a:schemeClr val="tx1"/>
                </a:solidFill>
              </a:defRPr>
            </a:lvl2pPr>
            <a:lvl3pPr>
              <a:defRPr sz="3200">
                <a:solidFill>
                  <a:schemeClr val="tx1"/>
                </a:solidFill>
              </a:defRPr>
            </a:lvl3pPr>
            <a:lvl4pPr>
              <a:defRPr sz="3200">
                <a:solidFill>
                  <a:schemeClr val="tx1"/>
                </a:solidFill>
              </a:defRPr>
            </a:lvl4pPr>
            <a:lvl5pPr>
              <a:defRPr sz="3200">
                <a:solidFill>
                  <a:schemeClr val="tx1"/>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Content Placeholder 2"/>
          <p:cNvSpPr>
            <a:spLocks noGrp="1"/>
          </p:cNvSpPr>
          <p:nvPr>
            <p:ph idx="10" hasCustomPrompt="1"/>
          </p:nvPr>
        </p:nvSpPr>
        <p:spPr>
          <a:xfrm>
            <a:off x="10507663" y="21663757"/>
            <a:ext cx="9304337" cy="18310860"/>
          </a:xfrm>
          <a:prstGeom prst="rect">
            <a:avLst/>
          </a:prstGeom>
        </p:spPr>
        <p:txBody>
          <a:bodyPr/>
          <a:lstStyle>
            <a:lvl1pPr>
              <a:defRPr sz="3200">
                <a:solidFill>
                  <a:schemeClr val="tx1"/>
                </a:solidFill>
              </a:defRPr>
            </a:lvl1pPr>
            <a:lvl2pPr>
              <a:defRPr sz="3200">
                <a:solidFill>
                  <a:schemeClr val="tx1"/>
                </a:solidFill>
              </a:defRPr>
            </a:lvl2pPr>
            <a:lvl3pPr>
              <a:defRPr sz="3200"/>
            </a:lvl3pPr>
            <a:lvl4pPr>
              <a:defRPr sz="3200"/>
            </a:lvl4pPr>
            <a:lvl5pPr>
              <a:defRPr sz="3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6" name="Text Placeholder 15"/>
          <p:cNvSpPr>
            <a:spLocks noGrp="1"/>
          </p:cNvSpPr>
          <p:nvPr>
            <p:ph type="body" sz="quarter" idx="14" hasCustomPrompt="1"/>
          </p:nvPr>
        </p:nvSpPr>
        <p:spPr>
          <a:xfrm>
            <a:off x="11522075" y="5678488"/>
            <a:ext cx="18135600" cy="950912"/>
          </a:xfrm>
          <a:prstGeom prst="rect">
            <a:avLst/>
          </a:prstGeom>
        </p:spPr>
        <p:txBody>
          <a:bodyPr anchor="ctr" anchorCtr="0"/>
          <a:lstStyle>
            <a:lvl1pPr marL="0" indent="0">
              <a:buNone/>
              <a:defRPr sz="4400" b="1" baseline="0">
                <a:solidFill>
                  <a:srgbClr val="009B9B"/>
                </a:solidFill>
              </a:defRPr>
            </a:lvl1pPr>
          </a:lstStyle>
          <a:p>
            <a:pPr lvl="0"/>
            <a:r>
              <a:rPr lang="en-GB" sz="4400" dirty="0"/>
              <a:t>Introduction, Summary or Abstract</a:t>
            </a:r>
            <a:endParaRPr lang="en-GB" dirty="0"/>
          </a:p>
        </p:txBody>
      </p:sp>
      <p:sp>
        <p:nvSpPr>
          <p:cNvPr id="17" name="Text Placeholder 15"/>
          <p:cNvSpPr>
            <a:spLocks noGrp="1"/>
          </p:cNvSpPr>
          <p:nvPr>
            <p:ph type="body" sz="quarter" idx="15" hasCustomPrompt="1"/>
          </p:nvPr>
        </p:nvSpPr>
        <p:spPr>
          <a:xfrm>
            <a:off x="10507663" y="20530061"/>
            <a:ext cx="9304337" cy="950912"/>
          </a:xfrm>
          <a:prstGeom prst="rect">
            <a:avLst/>
          </a:prstGeom>
          <a:solidFill>
            <a:srgbClr val="009B9B"/>
          </a:solidFill>
        </p:spPr>
        <p:txBody>
          <a:bodyPr anchor="ctr" anchorCtr="0"/>
          <a:lstStyle>
            <a:lvl1pPr marL="0" indent="0">
              <a:buNone/>
              <a:defRPr sz="4400" baseline="0">
                <a:solidFill>
                  <a:schemeClr val="bg1"/>
                </a:solidFill>
              </a:defRPr>
            </a:lvl1pPr>
          </a:lstStyle>
          <a:p>
            <a:pPr lvl="0"/>
            <a:r>
              <a:rPr lang="en-GB" sz="4400" dirty="0"/>
              <a:t>Subheading</a:t>
            </a:r>
            <a:endParaRPr lang="en-GB" dirty="0"/>
          </a:p>
        </p:txBody>
      </p:sp>
      <p:sp>
        <p:nvSpPr>
          <p:cNvPr id="18" name="Text Placeholder 15"/>
          <p:cNvSpPr>
            <a:spLocks noGrp="1"/>
          </p:cNvSpPr>
          <p:nvPr>
            <p:ph type="body" sz="quarter" idx="16" hasCustomPrompt="1"/>
          </p:nvPr>
        </p:nvSpPr>
        <p:spPr>
          <a:xfrm>
            <a:off x="661989" y="20530060"/>
            <a:ext cx="9304337" cy="950912"/>
          </a:xfrm>
          <a:prstGeom prst="rect">
            <a:avLst/>
          </a:prstGeom>
          <a:solidFill>
            <a:srgbClr val="009B9B"/>
          </a:solidFill>
        </p:spPr>
        <p:txBody>
          <a:bodyPr anchor="ctr" anchorCtr="0"/>
          <a:lstStyle>
            <a:lvl1pPr marL="0" indent="0">
              <a:buNone/>
              <a:defRPr sz="4400" baseline="0">
                <a:solidFill>
                  <a:schemeClr val="bg1"/>
                </a:solidFill>
              </a:defRPr>
            </a:lvl1pPr>
          </a:lstStyle>
          <a:p>
            <a:pPr lvl="0"/>
            <a:r>
              <a:rPr lang="en-GB" sz="4400" dirty="0"/>
              <a:t>Subheading</a:t>
            </a:r>
            <a:endParaRPr lang="en-GB" dirty="0"/>
          </a:p>
        </p:txBody>
      </p:sp>
      <p:sp>
        <p:nvSpPr>
          <p:cNvPr id="19" name="Content Placeholder 2"/>
          <p:cNvSpPr>
            <a:spLocks noGrp="1"/>
          </p:cNvSpPr>
          <p:nvPr>
            <p:ph idx="17" hasCustomPrompt="1"/>
          </p:nvPr>
        </p:nvSpPr>
        <p:spPr>
          <a:xfrm>
            <a:off x="20353338" y="21663758"/>
            <a:ext cx="9304337" cy="18310860"/>
          </a:xfrm>
          <a:prstGeom prst="rect">
            <a:avLst/>
          </a:prstGeom>
        </p:spPr>
        <p:txBody>
          <a:bodyPr/>
          <a:lstStyle>
            <a:lvl1pPr>
              <a:defRPr sz="3200">
                <a:solidFill>
                  <a:schemeClr val="tx1"/>
                </a:solidFill>
              </a:defRPr>
            </a:lvl1pPr>
            <a:lvl2pPr>
              <a:defRPr sz="3200">
                <a:solidFill>
                  <a:schemeClr val="tx1"/>
                </a:solidFill>
              </a:defRPr>
            </a:lvl2pPr>
            <a:lvl3pPr>
              <a:defRPr sz="3200">
                <a:solidFill>
                  <a:schemeClr val="tx1"/>
                </a:solidFill>
              </a:defRPr>
            </a:lvl3pPr>
            <a:lvl4pPr>
              <a:defRPr sz="3200"/>
            </a:lvl4pPr>
            <a:lvl5pPr>
              <a:defRPr sz="3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0" name="Text Placeholder 15"/>
          <p:cNvSpPr>
            <a:spLocks noGrp="1"/>
          </p:cNvSpPr>
          <p:nvPr>
            <p:ph type="body" sz="quarter" idx="18" hasCustomPrompt="1"/>
          </p:nvPr>
        </p:nvSpPr>
        <p:spPr>
          <a:xfrm>
            <a:off x="20353338" y="20530062"/>
            <a:ext cx="9304337" cy="950912"/>
          </a:xfrm>
          <a:prstGeom prst="rect">
            <a:avLst/>
          </a:prstGeom>
          <a:solidFill>
            <a:srgbClr val="009B9B"/>
          </a:solidFill>
        </p:spPr>
        <p:txBody>
          <a:bodyPr anchor="ctr" anchorCtr="0"/>
          <a:lstStyle>
            <a:lvl1pPr marL="0" indent="0">
              <a:buNone/>
              <a:defRPr sz="4400" baseline="0">
                <a:solidFill>
                  <a:schemeClr val="bg1"/>
                </a:solidFill>
              </a:defRPr>
            </a:lvl1pPr>
          </a:lstStyle>
          <a:p>
            <a:pPr lvl="0"/>
            <a:r>
              <a:rPr lang="en-GB" sz="4400" dirty="0"/>
              <a:t>Subheading</a:t>
            </a:r>
            <a:endParaRPr lang="en-GB" dirty="0"/>
          </a:p>
        </p:txBody>
      </p:sp>
      <p:sp>
        <p:nvSpPr>
          <p:cNvPr id="13" name="Text Placeholder 15"/>
          <p:cNvSpPr>
            <a:spLocks noGrp="1"/>
          </p:cNvSpPr>
          <p:nvPr>
            <p:ph type="body" sz="quarter" idx="19" hasCustomPrompt="1"/>
          </p:nvPr>
        </p:nvSpPr>
        <p:spPr>
          <a:xfrm>
            <a:off x="661988" y="12760648"/>
            <a:ext cx="28995681" cy="950912"/>
          </a:xfrm>
          <a:prstGeom prst="rect">
            <a:avLst/>
          </a:prstGeom>
        </p:spPr>
        <p:txBody>
          <a:bodyPr anchor="ctr" anchorCtr="0"/>
          <a:lstStyle>
            <a:lvl1pPr marL="0" indent="0" algn="ctr">
              <a:buNone/>
              <a:defRPr sz="4800" b="1" baseline="0">
                <a:solidFill>
                  <a:schemeClr val="tx2"/>
                </a:solidFill>
              </a:defRPr>
            </a:lvl1pPr>
          </a:lstStyle>
          <a:p>
            <a:pPr lvl="0"/>
            <a:r>
              <a:rPr lang="en-GB" sz="4400" dirty="0"/>
              <a:t>Subtitle</a:t>
            </a:r>
            <a:endParaRPr lang="en-GB" dirty="0"/>
          </a:p>
        </p:txBody>
      </p:sp>
      <p:sp>
        <p:nvSpPr>
          <p:cNvPr id="15" name="Content Placeholder 2"/>
          <p:cNvSpPr>
            <a:spLocks noGrp="1"/>
          </p:cNvSpPr>
          <p:nvPr>
            <p:ph idx="20" hasCustomPrompt="1"/>
          </p:nvPr>
        </p:nvSpPr>
        <p:spPr>
          <a:xfrm>
            <a:off x="661992" y="15661617"/>
            <a:ext cx="28995686" cy="3845584"/>
          </a:xfrm>
          <a:prstGeom prst="rect">
            <a:avLst/>
          </a:prstGeom>
        </p:spPr>
        <p:txBody>
          <a:bodyPr/>
          <a:lstStyle>
            <a:lvl1pPr>
              <a:defRPr sz="3200">
                <a:solidFill>
                  <a:schemeClr val="tx1"/>
                </a:solidFill>
              </a:defRPr>
            </a:lvl1pPr>
            <a:lvl2pPr>
              <a:defRPr sz="3200">
                <a:solidFill>
                  <a:schemeClr val="tx1"/>
                </a:solidFill>
              </a:defRPr>
            </a:lvl2pPr>
            <a:lvl3pPr>
              <a:defRPr sz="3200"/>
            </a:lvl3pPr>
            <a:lvl4pPr>
              <a:defRPr sz="3200"/>
            </a:lvl4pPr>
            <a:lvl5pPr>
              <a:defRPr sz="3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1" name="Text Placeholder 15"/>
          <p:cNvSpPr>
            <a:spLocks noGrp="1"/>
          </p:cNvSpPr>
          <p:nvPr>
            <p:ph type="body" sz="quarter" idx="21" hasCustomPrompt="1"/>
          </p:nvPr>
        </p:nvSpPr>
        <p:spPr>
          <a:xfrm>
            <a:off x="661993" y="14527921"/>
            <a:ext cx="28995686" cy="950912"/>
          </a:xfrm>
          <a:prstGeom prst="rect">
            <a:avLst/>
          </a:prstGeom>
          <a:solidFill>
            <a:srgbClr val="009B9B"/>
          </a:solidFill>
        </p:spPr>
        <p:txBody>
          <a:bodyPr anchor="ctr" anchorCtr="0"/>
          <a:lstStyle>
            <a:lvl1pPr marL="0" indent="0">
              <a:buNone/>
              <a:defRPr sz="4400" baseline="0">
                <a:solidFill>
                  <a:schemeClr val="bg1"/>
                </a:solidFill>
              </a:defRPr>
            </a:lvl1pPr>
          </a:lstStyle>
          <a:p>
            <a:pPr lvl="0"/>
            <a:r>
              <a:rPr lang="en-GB" sz="4400" dirty="0"/>
              <a:t>Subheading</a:t>
            </a:r>
            <a:endParaRPr lang="en-GB" dirty="0"/>
          </a:p>
        </p:txBody>
      </p:sp>
      <p:sp>
        <p:nvSpPr>
          <p:cNvPr id="24" name="Content Placeholder 11">
            <a:extLst>
              <a:ext uri="{FF2B5EF4-FFF2-40B4-BE49-F238E27FC236}">
                <a16:creationId xmlns:a16="http://schemas.microsoft.com/office/drawing/2014/main" id="{5277A32E-2BD1-43F1-BCDD-15D3D6E6B9C6}"/>
              </a:ext>
            </a:extLst>
          </p:cNvPr>
          <p:cNvSpPr>
            <a:spLocks noGrp="1"/>
          </p:cNvSpPr>
          <p:nvPr>
            <p:ph sz="quarter" idx="12" hasCustomPrompt="1"/>
          </p:nvPr>
        </p:nvSpPr>
        <p:spPr>
          <a:xfrm>
            <a:off x="11522076" y="6858000"/>
            <a:ext cx="18135600" cy="5086287"/>
          </a:xfrm>
          <a:prstGeom prst="rect">
            <a:avLst/>
          </a:prstGeom>
          <a:solidFill>
            <a:schemeClr val="accent3"/>
          </a:solidFill>
        </p:spPr>
        <p:txBody>
          <a:bodyPr/>
          <a:lstStyle>
            <a:lvl1pPr marL="0" marR="0" indent="0" algn="l" defTabSz="749300" rtl="0" eaLnBrk="0" fontAlgn="base" latinLnBrk="0" hangingPunct="0">
              <a:lnSpc>
                <a:spcPct val="100000"/>
              </a:lnSpc>
              <a:spcBef>
                <a:spcPct val="20000"/>
              </a:spcBef>
              <a:spcAft>
                <a:spcPct val="0"/>
              </a:spcAft>
              <a:buClrTx/>
              <a:buSzTx/>
              <a:buFontTx/>
              <a:buNone/>
              <a:tabLst/>
              <a:defRPr sz="4400" b="0">
                <a:solidFill>
                  <a:schemeClr val="tx1"/>
                </a:solidFill>
              </a:defRPr>
            </a:lvl1pPr>
            <a:lvl2pPr marL="374650" marR="0" indent="0" algn="l" defTabSz="749300" rtl="0" eaLnBrk="0" fontAlgn="base" latinLnBrk="0" hangingPunct="0">
              <a:lnSpc>
                <a:spcPct val="100000"/>
              </a:lnSpc>
              <a:spcBef>
                <a:spcPct val="20000"/>
              </a:spcBef>
              <a:spcAft>
                <a:spcPct val="0"/>
              </a:spcAft>
              <a:buClrTx/>
              <a:buSzTx/>
              <a:buFontTx/>
              <a:buNone/>
              <a:tabLst/>
              <a:defRPr sz="4400"/>
            </a:lvl2pPr>
            <a:lvl3pPr marL="938213" marR="0" indent="-188913" algn="l" defTabSz="749300" rtl="0" eaLnBrk="0" fontAlgn="base" latinLnBrk="0" hangingPunct="0">
              <a:lnSpc>
                <a:spcPct val="100000"/>
              </a:lnSpc>
              <a:spcBef>
                <a:spcPct val="20000"/>
              </a:spcBef>
              <a:spcAft>
                <a:spcPct val="0"/>
              </a:spcAft>
              <a:buClrTx/>
              <a:buSzTx/>
              <a:buFontTx/>
              <a:buChar char="•"/>
              <a:tabLst/>
              <a:defRPr sz="4400"/>
            </a:lvl3pPr>
            <a:lvl4pPr marL="1312863" marR="0" indent="-187325" algn="l" defTabSz="749300" rtl="0" eaLnBrk="0" fontAlgn="base" latinLnBrk="0" hangingPunct="0">
              <a:lnSpc>
                <a:spcPct val="100000"/>
              </a:lnSpc>
              <a:spcBef>
                <a:spcPct val="20000"/>
              </a:spcBef>
              <a:spcAft>
                <a:spcPct val="0"/>
              </a:spcAft>
              <a:buClrTx/>
              <a:buSzTx/>
              <a:buFontTx/>
              <a:buChar char="–"/>
              <a:tabLst/>
              <a:defRPr sz="4400"/>
            </a:lvl4pPr>
            <a:lvl5pPr marL="1687513" marR="0" indent="-187325" algn="l" defTabSz="749300" rtl="0" eaLnBrk="0" fontAlgn="base" latinLnBrk="0" hangingPunct="0">
              <a:lnSpc>
                <a:spcPct val="100000"/>
              </a:lnSpc>
              <a:spcBef>
                <a:spcPct val="20000"/>
              </a:spcBef>
              <a:spcAft>
                <a:spcPct val="0"/>
              </a:spcAft>
              <a:buClrTx/>
              <a:buSzTx/>
              <a:buFontTx/>
              <a:buChar char="»"/>
              <a:tabLst/>
              <a:defRPr sz="4400"/>
            </a:lvl5pPr>
          </a:lstStyle>
          <a:p>
            <a:pPr lvl="0"/>
            <a:r>
              <a:rPr lang="en-US" dirty="0"/>
              <a:t>Click to add text.</a:t>
            </a:r>
          </a:p>
          <a:p>
            <a:pPr lvl="1"/>
            <a:endParaRPr lang="en-GB" dirty="0"/>
          </a:p>
        </p:txBody>
      </p:sp>
      <p:sp>
        <p:nvSpPr>
          <p:cNvPr id="28" name="Text Placeholder 15">
            <a:extLst>
              <a:ext uri="{FF2B5EF4-FFF2-40B4-BE49-F238E27FC236}">
                <a16:creationId xmlns:a16="http://schemas.microsoft.com/office/drawing/2014/main" id="{08CC109C-B8AE-4A3D-8737-926F88C7C06C}"/>
              </a:ext>
            </a:extLst>
          </p:cNvPr>
          <p:cNvSpPr>
            <a:spLocks noGrp="1"/>
          </p:cNvSpPr>
          <p:nvPr>
            <p:ph type="body" sz="quarter" idx="26" hasCustomPrompt="1"/>
          </p:nvPr>
        </p:nvSpPr>
        <p:spPr>
          <a:xfrm>
            <a:off x="617538" y="5689667"/>
            <a:ext cx="9348788" cy="939733"/>
          </a:xfrm>
          <a:prstGeom prst="rect">
            <a:avLst/>
          </a:prstGeom>
        </p:spPr>
        <p:txBody>
          <a:bodyPr anchor="ctr" anchorCtr="0"/>
          <a:lstStyle>
            <a:lvl1pPr marL="0" indent="0">
              <a:buNone/>
              <a:defRPr sz="4400" b="1" baseline="0">
                <a:solidFill>
                  <a:srgbClr val="009B9B"/>
                </a:solidFill>
              </a:defRPr>
            </a:lvl1pPr>
          </a:lstStyle>
          <a:p>
            <a:pPr lvl="0"/>
            <a:r>
              <a:rPr lang="en-GB" sz="4400" dirty="0"/>
              <a:t>Author(s)</a:t>
            </a:r>
          </a:p>
        </p:txBody>
      </p:sp>
      <p:sp>
        <p:nvSpPr>
          <p:cNvPr id="31" name="Title 22">
            <a:extLst>
              <a:ext uri="{FF2B5EF4-FFF2-40B4-BE49-F238E27FC236}">
                <a16:creationId xmlns:a16="http://schemas.microsoft.com/office/drawing/2014/main" id="{10F9A3C5-5F17-4205-9491-83BEFF3B1273}"/>
              </a:ext>
            </a:extLst>
          </p:cNvPr>
          <p:cNvSpPr>
            <a:spLocks noGrp="1"/>
          </p:cNvSpPr>
          <p:nvPr>
            <p:ph type="title" hasCustomPrompt="1"/>
          </p:nvPr>
        </p:nvSpPr>
        <p:spPr>
          <a:xfrm>
            <a:off x="661989" y="990950"/>
            <a:ext cx="21407179" cy="3432745"/>
          </a:xfrm>
          <a:prstGeom prst="rect">
            <a:avLst/>
          </a:prstGeom>
        </p:spPr>
        <p:txBody>
          <a:bodyPr>
            <a:normAutofit/>
          </a:bodyPr>
          <a:lstStyle>
            <a:lvl1pPr algn="l">
              <a:defRPr sz="11000" baseline="0">
                <a:solidFill>
                  <a:srgbClr val="009B9B"/>
                </a:solidFill>
              </a:defRPr>
            </a:lvl1pPr>
          </a:lstStyle>
          <a:p>
            <a:r>
              <a:rPr lang="en-US" dirty="0"/>
              <a:t>Poster title goes here</a:t>
            </a:r>
            <a:endParaRPr lang="en-GB" dirty="0"/>
          </a:p>
        </p:txBody>
      </p:sp>
      <p:sp>
        <p:nvSpPr>
          <p:cNvPr id="32" name="Inhaltsplatzhalter 9">
            <a:extLst>
              <a:ext uri="{FF2B5EF4-FFF2-40B4-BE49-F238E27FC236}">
                <a16:creationId xmlns:a16="http://schemas.microsoft.com/office/drawing/2014/main" id="{4CC38C62-87C9-422E-B3F6-BFCD80417170}"/>
              </a:ext>
            </a:extLst>
          </p:cNvPr>
          <p:cNvSpPr>
            <a:spLocks noGrp="1"/>
          </p:cNvSpPr>
          <p:nvPr>
            <p:ph sz="quarter" idx="27" hasCustomPrompt="1"/>
          </p:nvPr>
        </p:nvSpPr>
        <p:spPr>
          <a:xfrm>
            <a:off x="661988" y="6858000"/>
            <a:ext cx="9304337" cy="5086350"/>
          </a:xfrm>
          <a:prstGeom prst="rect">
            <a:avLst/>
          </a:prstGeom>
        </p:spPr>
        <p:txBody>
          <a:bodyPr/>
          <a:lstStyle>
            <a:lvl1pPr marL="0" indent="0">
              <a:buNone/>
              <a:defRPr sz="4400">
                <a:solidFill>
                  <a:sysClr val="windowText" lastClr="000000"/>
                </a:solidFill>
              </a:defRPr>
            </a:lvl1pPr>
            <a:lvl2pPr>
              <a:defRPr>
                <a:solidFill>
                  <a:sysClr val="windowText" lastClr="000000"/>
                </a:solidFill>
              </a:defRPr>
            </a:lvl2pPr>
            <a:lvl3pPr>
              <a:defRPr>
                <a:solidFill>
                  <a:sysClr val="windowText" lastClr="000000"/>
                </a:solidFill>
              </a:defRPr>
            </a:lvl3pPr>
            <a:lvl4pPr>
              <a:defRPr>
                <a:solidFill>
                  <a:sysClr val="windowText" lastClr="000000"/>
                </a:solidFill>
              </a:defRPr>
            </a:lvl4pPr>
            <a:lvl5pPr>
              <a:defRPr>
                <a:solidFill>
                  <a:sysClr val="windowText" lastClr="000000"/>
                </a:solidFill>
              </a:defRPr>
            </a:lvl5pPr>
          </a:lstStyle>
          <a:p>
            <a:pPr lvl="0"/>
            <a:r>
              <a:rPr lang="en-US" dirty="0"/>
              <a:t>Surname, Name</a:t>
            </a:r>
          </a:p>
          <a:p>
            <a:pPr lvl="0"/>
            <a:r>
              <a:rPr lang="en-US" dirty="0"/>
              <a:t>Surname, Name</a:t>
            </a:r>
          </a:p>
          <a:p>
            <a:pPr lvl="0"/>
            <a:r>
              <a:rPr lang="en-US" dirty="0"/>
              <a:t>Surname, Name</a:t>
            </a:r>
          </a:p>
        </p:txBody>
      </p:sp>
    </p:spTree>
    <p:extLst>
      <p:ext uri="{BB962C8B-B14F-4D97-AF65-F5344CB8AC3E}">
        <p14:creationId xmlns:p14="http://schemas.microsoft.com/office/powerpoint/2010/main" val="14844618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 text boxes">
    <p:spTree>
      <p:nvGrpSpPr>
        <p:cNvPr id="1" name=""/>
        <p:cNvGrpSpPr/>
        <p:nvPr/>
      </p:nvGrpSpPr>
      <p:grpSpPr>
        <a:xfrm>
          <a:off x="0" y="0"/>
          <a:ext cx="0" cy="0"/>
          <a:chOff x="0" y="0"/>
          <a:chExt cx="0" cy="0"/>
        </a:xfrm>
      </p:grpSpPr>
      <p:sp>
        <p:nvSpPr>
          <p:cNvPr id="8" name="Content Placeholder 2"/>
          <p:cNvSpPr>
            <a:spLocks noGrp="1"/>
          </p:cNvSpPr>
          <p:nvPr>
            <p:ph idx="1" hasCustomPrompt="1"/>
          </p:nvPr>
        </p:nvSpPr>
        <p:spPr>
          <a:xfrm>
            <a:off x="661988" y="13807440"/>
            <a:ext cx="9304337" cy="7680960"/>
          </a:xfrm>
          <a:prstGeom prst="rect">
            <a:avLst/>
          </a:prstGeom>
        </p:spPr>
        <p:txBody>
          <a:bodyPr/>
          <a:lstStyle>
            <a:lvl1pPr>
              <a:defRPr sz="3200">
                <a:solidFill>
                  <a:schemeClr val="tx1"/>
                </a:solidFill>
              </a:defRPr>
            </a:lvl1pPr>
            <a:lvl2pPr>
              <a:defRPr sz="3200">
                <a:solidFill>
                  <a:schemeClr val="tx1"/>
                </a:solidFill>
              </a:defRPr>
            </a:lvl2pPr>
            <a:lvl3pPr>
              <a:defRPr sz="3200"/>
            </a:lvl3pPr>
            <a:lvl4pPr>
              <a:defRPr sz="3200"/>
            </a:lvl4pPr>
            <a:lvl5pPr>
              <a:defRPr sz="3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Content Placeholder 2"/>
          <p:cNvSpPr>
            <a:spLocks noGrp="1"/>
          </p:cNvSpPr>
          <p:nvPr>
            <p:ph idx="10" hasCustomPrompt="1"/>
          </p:nvPr>
        </p:nvSpPr>
        <p:spPr>
          <a:xfrm>
            <a:off x="661989" y="23619935"/>
            <a:ext cx="9304337" cy="16476505"/>
          </a:xfrm>
          <a:prstGeom prst="rect">
            <a:avLst/>
          </a:prstGeom>
        </p:spPr>
        <p:txBody>
          <a:bodyPr/>
          <a:lstStyle>
            <a:lvl1pPr>
              <a:defRPr sz="3200">
                <a:solidFill>
                  <a:schemeClr val="tx1"/>
                </a:solidFill>
              </a:defRPr>
            </a:lvl1pPr>
            <a:lvl2pPr>
              <a:defRPr sz="3200">
                <a:solidFill>
                  <a:schemeClr val="tx1"/>
                </a:solidFill>
              </a:defRPr>
            </a:lvl2pPr>
            <a:lvl3pPr>
              <a:defRPr sz="3200"/>
            </a:lvl3pPr>
            <a:lvl4pPr>
              <a:defRPr sz="3200"/>
            </a:lvl4pPr>
            <a:lvl5pPr>
              <a:defRPr sz="3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2" name="Content Placeholder 11"/>
          <p:cNvSpPr>
            <a:spLocks noGrp="1"/>
          </p:cNvSpPr>
          <p:nvPr>
            <p:ph sz="quarter" idx="12" hasCustomPrompt="1"/>
          </p:nvPr>
        </p:nvSpPr>
        <p:spPr>
          <a:xfrm>
            <a:off x="11522076" y="6858000"/>
            <a:ext cx="18135600" cy="5086287"/>
          </a:xfrm>
          <a:prstGeom prst="rect">
            <a:avLst/>
          </a:prstGeom>
          <a:solidFill>
            <a:schemeClr val="accent3"/>
          </a:solidFill>
        </p:spPr>
        <p:txBody>
          <a:bodyPr/>
          <a:lstStyle>
            <a:lvl1pPr marL="0" marR="0" indent="0" algn="l" defTabSz="749300" rtl="0" eaLnBrk="0" fontAlgn="base" latinLnBrk="0" hangingPunct="0">
              <a:lnSpc>
                <a:spcPct val="100000"/>
              </a:lnSpc>
              <a:spcBef>
                <a:spcPct val="20000"/>
              </a:spcBef>
              <a:spcAft>
                <a:spcPct val="0"/>
              </a:spcAft>
              <a:buClrTx/>
              <a:buSzTx/>
              <a:buFontTx/>
              <a:buNone/>
              <a:tabLst/>
              <a:defRPr sz="4400" b="0">
                <a:solidFill>
                  <a:schemeClr val="tx1"/>
                </a:solidFill>
              </a:defRPr>
            </a:lvl1pPr>
            <a:lvl2pPr marL="374650" marR="0" indent="0" algn="l" defTabSz="749300" rtl="0" eaLnBrk="0" fontAlgn="base" latinLnBrk="0" hangingPunct="0">
              <a:lnSpc>
                <a:spcPct val="100000"/>
              </a:lnSpc>
              <a:spcBef>
                <a:spcPct val="20000"/>
              </a:spcBef>
              <a:spcAft>
                <a:spcPct val="0"/>
              </a:spcAft>
              <a:buClrTx/>
              <a:buSzTx/>
              <a:buFontTx/>
              <a:buNone/>
              <a:tabLst/>
              <a:defRPr sz="4400"/>
            </a:lvl2pPr>
            <a:lvl3pPr marL="938213" marR="0" indent="-188913" algn="l" defTabSz="749300" rtl="0" eaLnBrk="0" fontAlgn="base" latinLnBrk="0" hangingPunct="0">
              <a:lnSpc>
                <a:spcPct val="100000"/>
              </a:lnSpc>
              <a:spcBef>
                <a:spcPct val="20000"/>
              </a:spcBef>
              <a:spcAft>
                <a:spcPct val="0"/>
              </a:spcAft>
              <a:buClrTx/>
              <a:buSzTx/>
              <a:buFontTx/>
              <a:buChar char="•"/>
              <a:tabLst/>
              <a:defRPr sz="4400"/>
            </a:lvl3pPr>
            <a:lvl4pPr marL="1312863" marR="0" indent="-187325" algn="l" defTabSz="749300" rtl="0" eaLnBrk="0" fontAlgn="base" latinLnBrk="0" hangingPunct="0">
              <a:lnSpc>
                <a:spcPct val="100000"/>
              </a:lnSpc>
              <a:spcBef>
                <a:spcPct val="20000"/>
              </a:spcBef>
              <a:spcAft>
                <a:spcPct val="0"/>
              </a:spcAft>
              <a:buClrTx/>
              <a:buSzTx/>
              <a:buFontTx/>
              <a:buChar char="–"/>
              <a:tabLst/>
              <a:defRPr sz="4400"/>
            </a:lvl4pPr>
            <a:lvl5pPr marL="1687513" marR="0" indent="-187325" algn="l" defTabSz="749300" rtl="0" eaLnBrk="0" fontAlgn="base" latinLnBrk="0" hangingPunct="0">
              <a:lnSpc>
                <a:spcPct val="100000"/>
              </a:lnSpc>
              <a:spcBef>
                <a:spcPct val="20000"/>
              </a:spcBef>
              <a:spcAft>
                <a:spcPct val="0"/>
              </a:spcAft>
              <a:buClrTx/>
              <a:buSzTx/>
              <a:buFontTx/>
              <a:buChar char="»"/>
              <a:tabLst/>
              <a:defRPr sz="4400"/>
            </a:lvl5pPr>
          </a:lstStyle>
          <a:p>
            <a:pPr lvl="0"/>
            <a:r>
              <a:rPr lang="en-US" dirty="0"/>
              <a:t>Click to add text.</a:t>
            </a:r>
          </a:p>
          <a:p>
            <a:pPr lvl="1"/>
            <a:endParaRPr lang="en-GB" dirty="0"/>
          </a:p>
        </p:txBody>
      </p:sp>
      <p:sp>
        <p:nvSpPr>
          <p:cNvPr id="16" name="Text Placeholder 15"/>
          <p:cNvSpPr>
            <a:spLocks noGrp="1"/>
          </p:cNvSpPr>
          <p:nvPr>
            <p:ph type="body" sz="quarter" idx="14" hasCustomPrompt="1"/>
          </p:nvPr>
        </p:nvSpPr>
        <p:spPr>
          <a:xfrm>
            <a:off x="11522075" y="5678488"/>
            <a:ext cx="18135600" cy="950912"/>
          </a:xfrm>
          <a:prstGeom prst="rect">
            <a:avLst/>
          </a:prstGeom>
        </p:spPr>
        <p:txBody>
          <a:bodyPr anchor="ctr" anchorCtr="0"/>
          <a:lstStyle>
            <a:lvl1pPr marL="0" indent="0">
              <a:buNone/>
              <a:defRPr sz="4800" b="1" baseline="0">
                <a:solidFill>
                  <a:schemeClr val="tx2"/>
                </a:solidFill>
              </a:defRPr>
            </a:lvl1pPr>
          </a:lstStyle>
          <a:p>
            <a:pPr lvl="0"/>
            <a:r>
              <a:rPr lang="en-GB" sz="4400" dirty="0"/>
              <a:t>Introduction, Summary or Abstract</a:t>
            </a:r>
          </a:p>
        </p:txBody>
      </p:sp>
      <p:sp>
        <p:nvSpPr>
          <p:cNvPr id="17" name="Text Placeholder 15"/>
          <p:cNvSpPr>
            <a:spLocks noGrp="1"/>
          </p:cNvSpPr>
          <p:nvPr>
            <p:ph type="body" sz="quarter" idx="15" hasCustomPrompt="1"/>
          </p:nvPr>
        </p:nvSpPr>
        <p:spPr>
          <a:xfrm>
            <a:off x="661989" y="22486240"/>
            <a:ext cx="9304337" cy="950912"/>
          </a:xfrm>
          <a:prstGeom prst="rect">
            <a:avLst/>
          </a:prstGeom>
          <a:solidFill>
            <a:schemeClr val="tx2"/>
          </a:solidFill>
        </p:spPr>
        <p:txBody>
          <a:bodyPr anchor="ctr" anchorCtr="0"/>
          <a:lstStyle>
            <a:lvl1pPr marL="0" indent="0">
              <a:buNone/>
              <a:defRPr sz="4400" baseline="0">
                <a:solidFill>
                  <a:schemeClr val="bg1"/>
                </a:solidFill>
              </a:defRPr>
            </a:lvl1pPr>
          </a:lstStyle>
          <a:p>
            <a:pPr lvl="0"/>
            <a:r>
              <a:rPr lang="en-GB" sz="4400" dirty="0"/>
              <a:t>Subheading</a:t>
            </a:r>
            <a:endParaRPr lang="en-GB" dirty="0"/>
          </a:p>
        </p:txBody>
      </p:sp>
      <p:sp>
        <p:nvSpPr>
          <p:cNvPr id="18" name="Text Placeholder 15"/>
          <p:cNvSpPr>
            <a:spLocks noGrp="1"/>
          </p:cNvSpPr>
          <p:nvPr>
            <p:ph type="body" sz="quarter" idx="16" hasCustomPrompt="1"/>
          </p:nvPr>
        </p:nvSpPr>
        <p:spPr>
          <a:xfrm>
            <a:off x="661989" y="12673744"/>
            <a:ext cx="9304337" cy="950912"/>
          </a:xfrm>
          <a:prstGeom prst="rect">
            <a:avLst/>
          </a:prstGeom>
          <a:solidFill>
            <a:schemeClr val="tx2"/>
          </a:solidFill>
        </p:spPr>
        <p:txBody>
          <a:bodyPr anchor="ctr" anchorCtr="0"/>
          <a:lstStyle>
            <a:lvl1pPr marL="0" indent="0">
              <a:buNone/>
              <a:defRPr sz="4400" baseline="0">
                <a:solidFill>
                  <a:schemeClr val="bg1"/>
                </a:solidFill>
              </a:defRPr>
            </a:lvl1pPr>
          </a:lstStyle>
          <a:p>
            <a:pPr lvl="0"/>
            <a:r>
              <a:rPr lang="en-GB" sz="4400" dirty="0"/>
              <a:t>Subheading</a:t>
            </a:r>
            <a:endParaRPr lang="en-GB" dirty="0"/>
          </a:p>
        </p:txBody>
      </p:sp>
      <p:sp>
        <p:nvSpPr>
          <p:cNvPr id="19" name="Content Placeholder 2"/>
          <p:cNvSpPr>
            <a:spLocks noGrp="1"/>
          </p:cNvSpPr>
          <p:nvPr>
            <p:ph idx="17" hasCustomPrompt="1"/>
          </p:nvPr>
        </p:nvSpPr>
        <p:spPr>
          <a:xfrm>
            <a:off x="11522076" y="13807441"/>
            <a:ext cx="18135600" cy="7680959"/>
          </a:xfrm>
          <a:prstGeom prst="rect">
            <a:avLst/>
          </a:prstGeom>
        </p:spPr>
        <p:txBody>
          <a:bodyPr/>
          <a:lstStyle>
            <a:lvl1pPr>
              <a:defRPr sz="3200">
                <a:solidFill>
                  <a:schemeClr val="tx1"/>
                </a:solidFill>
              </a:defRPr>
            </a:lvl1pPr>
            <a:lvl2pPr>
              <a:defRPr sz="3200">
                <a:solidFill>
                  <a:schemeClr val="tx1"/>
                </a:solidFill>
              </a:defRPr>
            </a:lvl2pPr>
            <a:lvl3pPr>
              <a:defRPr sz="3200">
                <a:solidFill>
                  <a:schemeClr val="tx1"/>
                </a:solidFill>
              </a:defRPr>
            </a:lvl3pPr>
            <a:lvl4pPr>
              <a:defRPr sz="3200"/>
            </a:lvl4pPr>
            <a:lvl5pPr>
              <a:defRPr sz="3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0" name="Text Placeholder 15"/>
          <p:cNvSpPr>
            <a:spLocks noGrp="1"/>
          </p:cNvSpPr>
          <p:nvPr>
            <p:ph type="body" sz="quarter" idx="18" hasCustomPrompt="1"/>
          </p:nvPr>
        </p:nvSpPr>
        <p:spPr>
          <a:xfrm>
            <a:off x="11522076" y="12673746"/>
            <a:ext cx="18135599" cy="950912"/>
          </a:xfrm>
          <a:prstGeom prst="rect">
            <a:avLst/>
          </a:prstGeom>
          <a:solidFill>
            <a:schemeClr val="tx2"/>
          </a:solidFill>
        </p:spPr>
        <p:txBody>
          <a:bodyPr anchor="ctr" anchorCtr="0"/>
          <a:lstStyle>
            <a:lvl1pPr marL="0" indent="0">
              <a:buNone/>
              <a:defRPr sz="4400" baseline="0">
                <a:solidFill>
                  <a:schemeClr val="bg1"/>
                </a:solidFill>
              </a:defRPr>
            </a:lvl1pPr>
          </a:lstStyle>
          <a:p>
            <a:pPr lvl="0"/>
            <a:r>
              <a:rPr lang="en-GB" sz="4400" dirty="0"/>
              <a:t>Subheading</a:t>
            </a:r>
            <a:endParaRPr lang="en-GB" dirty="0"/>
          </a:p>
        </p:txBody>
      </p:sp>
      <p:sp>
        <p:nvSpPr>
          <p:cNvPr id="13" name="Content Placeholder 2"/>
          <p:cNvSpPr>
            <a:spLocks noGrp="1"/>
          </p:cNvSpPr>
          <p:nvPr>
            <p:ph idx="19" hasCustomPrompt="1"/>
          </p:nvPr>
        </p:nvSpPr>
        <p:spPr>
          <a:xfrm>
            <a:off x="11522075" y="23619935"/>
            <a:ext cx="18135600" cy="6492337"/>
          </a:xfrm>
          <a:prstGeom prst="rect">
            <a:avLst/>
          </a:prstGeom>
        </p:spPr>
        <p:txBody>
          <a:bodyPr/>
          <a:lstStyle>
            <a:lvl1pPr>
              <a:defRPr sz="3200">
                <a:solidFill>
                  <a:schemeClr val="tx1"/>
                </a:solidFill>
              </a:defRPr>
            </a:lvl1pPr>
            <a:lvl2pPr>
              <a:defRPr sz="3200">
                <a:solidFill>
                  <a:schemeClr val="tx1"/>
                </a:solidFill>
              </a:defRPr>
            </a:lvl2pPr>
            <a:lvl3pPr>
              <a:defRPr sz="3200"/>
            </a:lvl3pPr>
            <a:lvl4pPr>
              <a:defRPr sz="3200"/>
            </a:lvl4pPr>
            <a:lvl5pPr>
              <a:defRPr sz="3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5" name="Text Placeholder 15"/>
          <p:cNvSpPr>
            <a:spLocks noGrp="1"/>
          </p:cNvSpPr>
          <p:nvPr>
            <p:ph type="body" sz="quarter" idx="20" hasCustomPrompt="1"/>
          </p:nvPr>
        </p:nvSpPr>
        <p:spPr>
          <a:xfrm>
            <a:off x="11522075" y="22486240"/>
            <a:ext cx="18135599" cy="950912"/>
          </a:xfrm>
          <a:prstGeom prst="rect">
            <a:avLst/>
          </a:prstGeom>
          <a:solidFill>
            <a:srgbClr val="009B9B"/>
          </a:solidFill>
        </p:spPr>
        <p:txBody>
          <a:bodyPr anchor="ctr" anchorCtr="0"/>
          <a:lstStyle>
            <a:lvl1pPr marL="0" indent="0">
              <a:buNone/>
              <a:defRPr sz="4400" baseline="0">
                <a:solidFill>
                  <a:schemeClr val="bg1"/>
                </a:solidFill>
              </a:defRPr>
            </a:lvl1pPr>
          </a:lstStyle>
          <a:p>
            <a:pPr lvl="0"/>
            <a:r>
              <a:rPr lang="en-GB" sz="4400" dirty="0"/>
              <a:t>Subheading</a:t>
            </a:r>
            <a:endParaRPr lang="en-GB" dirty="0"/>
          </a:p>
        </p:txBody>
      </p:sp>
      <p:sp>
        <p:nvSpPr>
          <p:cNvPr id="21" name="Content Placeholder 2"/>
          <p:cNvSpPr>
            <a:spLocks noGrp="1"/>
          </p:cNvSpPr>
          <p:nvPr>
            <p:ph idx="21" hasCustomPrompt="1"/>
          </p:nvPr>
        </p:nvSpPr>
        <p:spPr>
          <a:xfrm>
            <a:off x="11522077" y="32271272"/>
            <a:ext cx="18135600" cy="7680959"/>
          </a:xfrm>
          <a:prstGeom prst="rect">
            <a:avLst/>
          </a:prstGeom>
        </p:spPr>
        <p:txBody>
          <a:bodyPr/>
          <a:lstStyle>
            <a:lvl1pPr>
              <a:defRPr sz="3200">
                <a:solidFill>
                  <a:schemeClr val="tx1"/>
                </a:solidFill>
              </a:defRPr>
            </a:lvl1pPr>
            <a:lvl2pPr>
              <a:defRPr sz="3200">
                <a:solidFill>
                  <a:schemeClr val="tx1"/>
                </a:solidFill>
              </a:defRPr>
            </a:lvl2pPr>
            <a:lvl3pPr>
              <a:defRPr sz="3200"/>
            </a:lvl3pPr>
            <a:lvl4pPr>
              <a:defRPr sz="3200"/>
            </a:lvl4pPr>
            <a:lvl5pPr>
              <a:defRPr sz="3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2" name="Text Placeholder 15"/>
          <p:cNvSpPr>
            <a:spLocks noGrp="1"/>
          </p:cNvSpPr>
          <p:nvPr>
            <p:ph type="body" sz="quarter" idx="22" hasCustomPrompt="1"/>
          </p:nvPr>
        </p:nvSpPr>
        <p:spPr>
          <a:xfrm>
            <a:off x="11522077" y="31137577"/>
            <a:ext cx="18135599" cy="950912"/>
          </a:xfrm>
          <a:prstGeom prst="rect">
            <a:avLst/>
          </a:prstGeom>
          <a:solidFill>
            <a:srgbClr val="009B9B"/>
          </a:solidFill>
        </p:spPr>
        <p:txBody>
          <a:bodyPr anchor="ctr" anchorCtr="0"/>
          <a:lstStyle>
            <a:lvl1pPr marL="0" indent="0">
              <a:buNone/>
              <a:defRPr sz="4400" baseline="0">
                <a:solidFill>
                  <a:schemeClr val="bg1"/>
                </a:solidFill>
              </a:defRPr>
            </a:lvl1pPr>
          </a:lstStyle>
          <a:p>
            <a:pPr lvl="0"/>
            <a:r>
              <a:rPr lang="en-GB" sz="4400" dirty="0"/>
              <a:t>Subheading</a:t>
            </a:r>
            <a:endParaRPr lang="en-GB" dirty="0"/>
          </a:p>
        </p:txBody>
      </p:sp>
      <p:sp>
        <p:nvSpPr>
          <p:cNvPr id="24" name="Inhaltsplatzhalter 9">
            <a:extLst>
              <a:ext uri="{FF2B5EF4-FFF2-40B4-BE49-F238E27FC236}">
                <a16:creationId xmlns:a16="http://schemas.microsoft.com/office/drawing/2014/main" id="{5FDE6794-6703-4BEA-8DE2-1AA1C4FC0FCC}"/>
              </a:ext>
            </a:extLst>
          </p:cNvPr>
          <p:cNvSpPr>
            <a:spLocks noGrp="1"/>
          </p:cNvSpPr>
          <p:nvPr>
            <p:ph sz="quarter" idx="23" hasCustomPrompt="1"/>
          </p:nvPr>
        </p:nvSpPr>
        <p:spPr>
          <a:xfrm>
            <a:off x="661988" y="6858000"/>
            <a:ext cx="9304337" cy="5086350"/>
          </a:xfrm>
          <a:prstGeom prst="rect">
            <a:avLst/>
          </a:prstGeom>
        </p:spPr>
        <p:txBody>
          <a:bodyPr/>
          <a:lstStyle>
            <a:lvl1pPr marL="0" indent="0">
              <a:buNone/>
              <a:defRPr sz="4400">
                <a:solidFill>
                  <a:sysClr val="windowText" lastClr="000000"/>
                </a:solidFill>
              </a:defRPr>
            </a:lvl1pPr>
            <a:lvl2pPr>
              <a:defRPr>
                <a:solidFill>
                  <a:sysClr val="windowText" lastClr="000000"/>
                </a:solidFill>
              </a:defRPr>
            </a:lvl2pPr>
            <a:lvl3pPr>
              <a:defRPr>
                <a:solidFill>
                  <a:sysClr val="windowText" lastClr="000000"/>
                </a:solidFill>
              </a:defRPr>
            </a:lvl3pPr>
            <a:lvl4pPr>
              <a:defRPr>
                <a:solidFill>
                  <a:sysClr val="windowText" lastClr="000000"/>
                </a:solidFill>
              </a:defRPr>
            </a:lvl4pPr>
            <a:lvl5pPr>
              <a:defRPr>
                <a:solidFill>
                  <a:sysClr val="windowText" lastClr="000000"/>
                </a:solidFill>
              </a:defRPr>
            </a:lvl5pPr>
          </a:lstStyle>
          <a:p>
            <a:pPr lvl="0"/>
            <a:r>
              <a:rPr lang="de-DE" dirty="0" err="1"/>
              <a:t>Surname</a:t>
            </a:r>
            <a:r>
              <a:rPr lang="de-DE" dirty="0"/>
              <a:t>, Name</a:t>
            </a:r>
          </a:p>
          <a:p>
            <a:pPr lvl="0"/>
            <a:r>
              <a:rPr lang="de-DE" dirty="0" err="1"/>
              <a:t>Surname</a:t>
            </a:r>
            <a:r>
              <a:rPr lang="de-DE" dirty="0"/>
              <a:t>, Name</a:t>
            </a:r>
          </a:p>
          <a:p>
            <a:pPr lvl="0"/>
            <a:r>
              <a:rPr lang="de-DE" dirty="0" err="1"/>
              <a:t>Surname</a:t>
            </a:r>
            <a:r>
              <a:rPr lang="de-DE" dirty="0"/>
              <a:t>, Name</a:t>
            </a:r>
          </a:p>
        </p:txBody>
      </p:sp>
      <p:sp>
        <p:nvSpPr>
          <p:cNvPr id="25" name="Text Placeholder 15">
            <a:extLst>
              <a:ext uri="{FF2B5EF4-FFF2-40B4-BE49-F238E27FC236}">
                <a16:creationId xmlns:a16="http://schemas.microsoft.com/office/drawing/2014/main" id="{AB53C303-6C29-4287-A3A8-8B1AEF252CD7}"/>
              </a:ext>
            </a:extLst>
          </p:cNvPr>
          <p:cNvSpPr>
            <a:spLocks noGrp="1"/>
          </p:cNvSpPr>
          <p:nvPr>
            <p:ph type="body" sz="quarter" idx="26" hasCustomPrompt="1"/>
          </p:nvPr>
        </p:nvSpPr>
        <p:spPr>
          <a:xfrm>
            <a:off x="617538" y="5689667"/>
            <a:ext cx="9348788" cy="939733"/>
          </a:xfrm>
          <a:prstGeom prst="rect">
            <a:avLst/>
          </a:prstGeom>
        </p:spPr>
        <p:txBody>
          <a:bodyPr anchor="ctr" anchorCtr="0"/>
          <a:lstStyle>
            <a:lvl1pPr marL="0" indent="0">
              <a:buNone/>
              <a:defRPr sz="4400" b="1" baseline="0">
                <a:solidFill>
                  <a:srgbClr val="009B9B"/>
                </a:solidFill>
              </a:defRPr>
            </a:lvl1pPr>
          </a:lstStyle>
          <a:p>
            <a:pPr lvl="0"/>
            <a:r>
              <a:rPr lang="en-GB" sz="4400" dirty="0"/>
              <a:t>Author(s)</a:t>
            </a:r>
          </a:p>
        </p:txBody>
      </p:sp>
      <p:sp>
        <p:nvSpPr>
          <p:cNvPr id="26" name="Title 22">
            <a:extLst>
              <a:ext uri="{FF2B5EF4-FFF2-40B4-BE49-F238E27FC236}">
                <a16:creationId xmlns:a16="http://schemas.microsoft.com/office/drawing/2014/main" id="{1224B0C3-2E82-452B-9BAD-03381B05BA54}"/>
              </a:ext>
            </a:extLst>
          </p:cNvPr>
          <p:cNvSpPr>
            <a:spLocks noGrp="1"/>
          </p:cNvSpPr>
          <p:nvPr>
            <p:ph type="title" hasCustomPrompt="1"/>
          </p:nvPr>
        </p:nvSpPr>
        <p:spPr>
          <a:xfrm>
            <a:off x="661989" y="990950"/>
            <a:ext cx="21407179" cy="3432745"/>
          </a:xfrm>
          <a:prstGeom prst="rect">
            <a:avLst/>
          </a:prstGeom>
        </p:spPr>
        <p:txBody>
          <a:bodyPr>
            <a:normAutofit/>
          </a:bodyPr>
          <a:lstStyle>
            <a:lvl1pPr algn="l">
              <a:defRPr sz="11000" baseline="0">
                <a:solidFill>
                  <a:srgbClr val="009B9B"/>
                </a:solidFill>
              </a:defRPr>
            </a:lvl1pPr>
          </a:lstStyle>
          <a:p>
            <a:r>
              <a:rPr lang="en-US" dirty="0"/>
              <a:t>Poster title goes here</a:t>
            </a:r>
            <a:endParaRPr lang="en-GB" dirty="0"/>
          </a:p>
        </p:txBody>
      </p:sp>
    </p:spTree>
    <p:extLst>
      <p:ext uri="{BB962C8B-B14F-4D97-AF65-F5344CB8AC3E}">
        <p14:creationId xmlns:p14="http://schemas.microsoft.com/office/powerpoint/2010/main" val="40978842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5 text boxes. 3 image boxes">
    <p:spTree>
      <p:nvGrpSpPr>
        <p:cNvPr id="1" name=""/>
        <p:cNvGrpSpPr/>
        <p:nvPr/>
      </p:nvGrpSpPr>
      <p:grpSpPr>
        <a:xfrm>
          <a:off x="0" y="0"/>
          <a:ext cx="0" cy="0"/>
          <a:chOff x="0" y="0"/>
          <a:chExt cx="0" cy="0"/>
        </a:xfrm>
      </p:grpSpPr>
      <p:sp>
        <p:nvSpPr>
          <p:cNvPr id="8" name="Content Placeholder 2"/>
          <p:cNvSpPr>
            <a:spLocks noGrp="1"/>
          </p:cNvSpPr>
          <p:nvPr>
            <p:ph idx="1" hasCustomPrompt="1"/>
          </p:nvPr>
        </p:nvSpPr>
        <p:spPr>
          <a:xfrm>
            <a:off x="661988" y="13807440"/>
            <a:ext cx="9304337" cy="7680960"/>
          </a:xfrm>
          <a:prstGeom prst="rect">
            <a:avLst/>
          </a:prstGeom>
        </p:spPr>
        <p:txBody>
          <a:bodyPr/>
          <a:lstStyle>
            <a:lvl1pPr>
              <a:defRPr sz="3200">
                <a:solidFill>
                  <a:schemeClr val="tx1"/>
                </a:solidFill>
              </a:defRPr>
            </a:lvl1pPr>
            <a:lvl2pPr>
              <a:defRPr sz="3200">
                <a:solidFill>
                  <a:schemeClr val="tx1"/>
                </a:solidFill>
              </a:defRPr>
            </a:lvl2pPr>
            <a:lvl3pPr>
              <a:defRPr sz="3200">
                <a:solidFill>
                  <a:schemeClr val="tx1"/>
                </a:solidFill>
              </a:defRPr>
            </a:lvl3pPr>
            <a:lvl4pPr>
              <a:defRPr sz="3200">
                <a:solidFill>
                  <a:schemeClr val="tx1"/>
                </a:solidFill>
              </a:defRPr>
            </a:lvl4pPr>
            <a:lvl5pPr>
              <a:defRPr sz="3200">
                <a:solidFill>
                  <a:schemeClr val="tx1"/>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Content Placeholder 2"/>
          <p:cNvSpPr>
            <a:spLocks noGrp="1"/>
          </p:cNvSpPr>
          <p:nvPr>
            <p:ph idx="10" hasCustomPrompt="1"/>
          </p:nvPr>
        </p:nvSpPr>
        <p:spPr>
          <a:xfrm>
            <a:off x="661989" y="23619935"/>
            <a:ext cx="9304337" cy="16476505"/>
          </a:xfrm>
          <a:prstGeom prst="rect">
            <a:avLst/>
          </a:prstGeom>
        </p:spPr>
        <p:txBody>
          <a:bodyPr/>
          <a:lstStyle>
            <a:lvl1pPr>
              <a:defRPr sz="3200">
                <a:solidFill>
                  <a:schemeClr val="tx1"/>
                </a:solidFill>
              </a:defRPr>
            </a:lvl1pPr>
            <a:lvl2pPr>
              <a:defRPr sz="3200">
                <a:solidFill>
                  <a:schemeClr val="tx1"/>
                </a:solidFill>
              </a:defRPr>
            </a:lvl2pPr>
            <a:lvl3pPr>
              <a:defRPr sz="3200">
                <a:solidFill>
                  <a:schemeClr val="tx1"/>
                </a:solidFill>
              </a:defRPr>
            </a:lvl3pPr>
            <a:lvl4pPr>
              <a:defRPr sz="3200">
                <a:solidFill>
                  <a:schemeClr val="tx1"/>
                </a:solidFill>
              </a:defRPr>
            </a:lvl4pPr>
            <a:lvl5pPr>
              <a:defRPr sz="3200">
                <a:solidFill>
                  <a:schemeClr val="tx1"/>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6" name="Text Placeholder 15"/>
          <p:cNvSpPr>
            <a:spLocks noGrp="1"/>
          </p:cNvSpPr>
          <p:nvPr>
            <p:ph type="body" sz="quarter" idx="14" hasCustomPrompt="1"/>
          </p:nvPr>
        </p:nvSpPr>
        <p:spPr>
          <a:xfrm>
            <a:off x="11522075" y="5678488"/>
            <a:ext cx="18135600" cy="950912"/>
          </a:xfrm>
          <a:prstGeom prst="rect">
            <a:avLst/>
          </a:prstGeom>
        </p:spPr>
        <p:txBody>
          <a:bodyPr anchor="ctr" anchorCtr="0"/>
          <a:lstStyle>
            <a:lvl1pPr marL="0" indent="0">
              <a:buNone/>
              <a:defRPr sz="4800" b="1" baseline="0">
                <a:solidFill>
                  <a:schemeClr val="tx2"/>
                </a:solidFill>
              </a:defRPr>
            </a:lvl1pPr>
          </a:lstStyle>
          <a:p>
            <a:pPr lvl="0"/>
            <a:r>
              <a:rPr lang="en-GB" sz="4400" dirty="0"/>
              <a:t>Introduction, Summary or Abstract</a:t>
            </a:r>
            <a:endParaRPr lang="en-GB" dirty="0"/>
          </a:p>
        </p:txBody>
      </p:sp>
      <p:sp>
        <p:nvSpPr>
          <p:cNvPr id="17" name="Text Placeholder 15"/>
          <p:cNvSpPr>
            <a:spLocks noGrp="1"/>
          </p:cNvSpPr>
          <p:nvPr>
            <p:ph type="body" sz="quarter" idx="15" hasCustomPrompt="1"/>
          </p:nvPr>
        </p:nvSpPr>
        <p:spPr>
          <a:xfrm>
            <a:off x="661989" y="22486240"/>
            <a:ext cx="9304337" cy="950912"/>
          </a:xfrm>
          <a:prstGeom prst="rect">
            <a:avLst/>
          </a:prstGeom>
          <a:solidFill>
            <a:srgbClr val="009B9B"/>
          </a:solidFill>
        </p:spPr>
        <p:txBody>
          <a:bodyPr anchor="ctr" anchorCtr="0"/>
          <a:lstStyle>
            <a:lvl1pPr marL="0" indent="0">
              <a:buNone/>
              <a:defRPr sz="4400" baseline="0">
                <a:solidFill>
                  <a:schemeClr val="bg1"/>
                </a:solidFill>
              </a:defRPr>
            </a:lvl1pPr>
          </a:lstStyle>
          <a:p>
            <a:pPr lvl="0"/>
            <a:r>
              <a:rPr lang="en-GB" sz="4400" dirty="0"/>
              <a:t>Subheading</a:t>
            </a:r>
            <a:endParaRPr lang="en-GB" dirty="0"/>
          </a:p>
        </p:txBody>
      </p:sp>
      <p:sp>
        <p:nvSpPr>
          <p:cNvPr id="18" name="Text Placeholder 15"/>
          <p:cNvSpPr>
            <a:spLocks noGrp="1"/>
          </p:cNvSpPr>
          <p:nvPr>
            <p:ph type="body" sz="quarter" idx="16" hasCustomPrompt="1"/>
          </p:nvPr>
        </p:nvSpPr>
        <p:spPr>
          <a:xfrm>
            <a:off x="661989" y="12673744"/>
            <a:ext cx="9304337" cy="950912"/>
          </a:xfrm>
          <a:prstGeom prst="rect">
            <a:avLst/>
          </a:prstGeom>
          <a:solidFill>
            <a:srgbClr val="009B9B"/>
          </a:solidFill>
        </p:spPr>
        <p:txBody>
          <a:bodyPr anchor="ctr" anchorCtr="0"/>
          <a:lstStyle>
            <a:lvl1pPr marL="0" indent="0">
              <a:buNone/>
              <a:defRPr sz="4400" baseline="0">
                <a:solidFill>
                  <a:schemeClr val="bg1"/>
                </a:solidFill>
              </a:defRPr>
            </a:lvl1pPr>
          </a:lstStyle>
          <a:p>
            <a:pPr lvl="0"/>
            <a:r>
              <a:rPr lang="en-GB" sz="4400" dirty="0"/>
              <a:t>Subheading</a:t>
            </a:r>
            <a:endParaRPr lang="en-GB" dirty="0"/>
          </a:p>
        </p:txBody>
      </p:sp>
      <p:sp>
        <p:nvSpPr>
          <p:cNvPr id="19" name="Content Placeholder 2"/>
          <p:cNvSpPr>
            <a:spLocks noGrp="1"/>
          </p:cNvSpPr>
          <p:nvPr>
            <p:ph idx="17" hasCustomPrompt="1"/>
          </p:nvPr>
        </p:nvSpPr>
        <p:spPr>
          <a:xfrm>
            <a:off x="11522076" y="13807441"/>
            <a:ext cx="8289924" cy="7680959"/>
          </a:xfrm>
          <a:prstGeom prst="rect">
            <a:avLst/>
          </a:prstGeom>
        </p:spPr>
        <p:txBody>
          <a:bodyPr/>
          <a:lstStyle>
            <a:lvl1pPr>
              <a:defRPr sz="3200">
                <a:solidFill>
                  <a:schemeClr val="tx1"/>
                </a:solidFill>
              </a:defRPr>
            </a:lvl1pPr>
            <a:lvl2pPr>
              <a:defRPr sz="3200">
                <a:solidFill>
                  <a:schemeClr val="tx1"/>
                </a:solidFill>
              </a:defRPr>
            </a:lvl2pPr>
            <a:lvl3pPr>
              <a:defRPr sz="3200">
                <a:solidFill>
                  <a:schemeClr val="tx1"/>
                </a:solidFill>
              </a:defRPr>
            </a:lvl3pPr>
            <a:lvl4pPr>
              <a:defRPr sz="3200">
                <a:solidFill>
                  <a:schemeClr val="tx1"/>
                </a:solidFill>
              </a:defRPr>
            </a:lvl4pPr>
            <a:lvl5pPr>
              <a:defRPr sz="3200">
                <a:solidFill>
                  <a:schemeClr val="tx1"/>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0" name="Text Placeholder 15"/>
          <p:cNvSpPr>
            <a:spLocks noGrp="1"/>
          </p:cNvSpPr>
          <p:nvPr>
            <p:ph type="body" sz="quarter" idx="18" hasCustomPrompt="1"/>
          </p:nvPr>
        </p:nvSpPr>
        <p:spPr>
          <a:xfrm>
            <a:off x="11522076" y="12673746"/>
            <a:ext cx="18135599" cy="950912"/>
          </a:xfrm>
          <a:prstGeom prst="rect">
            <a:avLst/>
          </a:prstGeom>
          <a:solidFill>
            <a:srgbClr val="009B9B"/>
          </a:solidFill>
        </p:spPr>
        <p:txBody>
          <a:bodyPr anchor="ctr" anchorCtr="0"/>
          <a:lstStyle>
            <a:lvl1pPr marL="0" indent="0">
              <a:buNone/>
              <a:defRPr sz="4400" baseline="0">
                <a:solidFill>
                  <a:schemeClr val="bg1"/>
                </a:solidFill>
              </a:defRPr>
            </a:lvl1pPr>
          </a:lstStyle>
          <a:p>
            <a:pPr lvl="0"/>
            <a:r>
              <a:rPr lang="en-GB" sz="4400" dirty="0"/>
              <a:t>Subheading</a:t>
            </a:r>
            <a:endParaRPr lang="en-GB" dirty="0"/>
          </a:p>
        </p:txBody>
      </p:sp>
      <p:sp>
        <p:nvSpPr>
          <p:cNvPr id="13" name="Content Placeholder 2"/>
          <p:cNvSpPr>
            <a:spLocks noGrp="1"/>
          </p:cNvSpPr>
          <p:nvPr>
            <p:ph idx="19" hasCustomPrompt="1"/>
          </p:nvPr>
        </p:nvSpPr>
        <p:spPr>
          <a:xfrm>
            <a:off x="11522075" y="23619935"/>
            <a:ext cx="8289925" cy="6492337"/>
          </a:xfrm>
          <a:prstGeom prst="rect">
            <a:avLst/>
          </a:prstGeom>
        </p:spPr>
        <p:txBody>
          <a:bodyPr/>
          <a:lstStyle>
            <a:lvl1pPr>
              <a:defRPr sz="3200">
                <a:solidFill>
                  <a:schemeClr val="tx1"/>
                </a:solidFill>
              </a:defRPr>
            </a:lvl1pPr>
            <a:lvl2pPr>
              <a:defRPr sz="3200">
                <a:solidFill>
                  <a:schemeClr val="tx1"/>
                </a:solidFill>
              </a:defRPr>
            </a:lvl2pPr>
            <a:lvl3pPr>
              <a:defRPr sz="3200">
                <a:solidFill>
                  <a:schemeClr val="tx1"/>
                </a:solidFill>
              </a:defRPr>
            </a:lvl3pPr>
            <a:lvl4pPr>
              <a:defRPr sz="3200">
                <a:solidFill>
                  <a:schemeClr val="tx1"/>
                </a:solidFill>
              </a:defRPr>
            </a:lvl4pPr>
            <a:lvl5pPr>
              <a:defRPr sz="3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5" name="Text Placeholder 15"/>
          <p:cNvSpPr>
            <a:spLocks noGrp="1"/>
          </p:cNvSpPr>
          <p:nvPr>
            <p:ph type="body" sz="quarter" idx="20" hasCustomPrompt="1"/>
          </p:nvPr>
        </p:nvSpPr>
        <p:spPr>
          <a:xfrm>
            <a:off x="11522075" y="22486240"/>
            <a:ext cx="18135599" cy="950912"/>
          </a:xfrm>
          <a:prstGeom prst="rect">
            <a:avLst/>
          </a:prstGeom>
          <a:solidFill>
            <a:srgbClr val="009B9B"/>
          </a:solidFill>
        </p:spPr>
        <p:txBody>
          <a:bodyPr anchor="ctr" anchorCtr="0"/>
          <a:lstStyle>
            <a:lvl1pPr marL="0" indent="0">
              <a:buNone/>
              <a:defRPr sz="4400" baseline="0">
                <a:solidFill>
                  <a:schemeClr val="bg1"/>
                </a:solidFill>
              </a:defRPr>
            </a:lvl1pPr>
          </a:lstStyle>
          <a:p>
            <a:pPr lvl="0"/>
            <a:r>
              <a:rPr lang="en-GB" sz="4400" dirty="0"/>
              <a:t>Subheading</a:t>
            </a:r>
            <a:endParaRPr lang="en-GB" dirty="0"/>
          </a:p>
        </p:txBody>
      </p:sp>
      <p:sp>
        <p:nvSpPr>
          <p:cNvPr id="21" name="Content Placeholder 2"/>
          <p:cNvSpPr>
            <a:spLocks noGrp="1"/>
          </p:cNvSpPr>
          <p:nvPr>
            <p:ph idx="21" hasCustomPrompt="1"/>
          </p:nvPr>
        </p:nvSpPr>
        <p:spPr>
          <a:xfrm>
            <a:off x="11522077" y="32271272"/>
            <a:ext cx="8289923" cy="7680959"/>
          </a:xfrm>
          <a:prstGeom prst="rect">
            <a:avLst/>
          </a:prstGeom>
        </p:spPr>
        <p:txBody>
          <a:bodyPr/>
          <a:lstStyle>
            <a:lvl1pPr>
              <a:defRPr sz="3200">
                <a:solidFill>
                  <a:schemeClr val="tx1"/>
                </a:solidFill>
              </a:defRPr>
            </a:lvl1pPr>
            <a:lvl2pPr>
              <a:defRPr sz="3200">
                <a:solidFill>
                  <a:schemeClr val="tx1"/>
                </a:solidFill>
              </a:defRPr>
            </a:lvl2pPr>
            <a:lvl3pPr>
              <a:defRPr sz="3200"/>
            </a:lvl3pPr>
            <a:lvl4pPr>
              <a:defRPr sz="3200"/>
            </a:lvl4pPr>
            <a:lvl5pPr>
              <a:defRPr sz="3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2" name="Text Placeholder 15"/>
          <p:cNvSpPr>
            <a:spLocks noGrp="1"/>
          </p:cNvSpPr>
          <p:nvPr>
            <p:ph type="body" sz="quarter" idx="22" hasCustomPrompt="1"/>
          </p:nvPr>
        </p:nvSpPr>
        <p:spPr>
          <a:xfrm>
            <a:off x="11522077" y="31137577"/>
            <a:ext cx="18135599" cy="950912"/>
          </a:xfrm>
          <a:prstGeom prst="rect">
            <a:avLst/>
          </a:prstGeom>
          <a:solidFill>
            <a:srgbClr val="009B9B"/>
          </a:solidFill>
        </p:spPr>
        <p:txBody>
          <a:bodyPr anchor="ctr" anchorCtr="0"/>
          <a:lstStyle>
            <a:lvl1pPr marL="0" indent="0">
              <a:buNone/>
              <a:defRPr sz="4400" baseline="0">
                <a:solidFill>
                  <a:schemeClr val="bg1"/>
                </a:solidFill>
              </a:defRPr>
            </a:lvl1pPr>
          </a:lstStyle>
          <a:p>
            <a:pPr lvl="0"/>
            <a:r>
              <a:rPr lang="en-GB" sz="4400" dirty="0"/>
              <a:t>Subheading</a:t>
            </a:r>
            <a:endParaRPr lang="en-GB" dirty="0"/>
          </a:p>
        </p:txBody>
      </p:sp>
      <p:sp>
        <p:nvSpPr>
          <p:cNvPr id="3" name="Picture Placeholder 2"/>
          <p:cNvSpPr>
            <a:spLocks noGrp="1"/>
          </p:cNvSpPr>
          <p:nvPr>
            <p:ph type="pic" sz="quarter" idx="23" hasCustomPrompt="1"/>
          </p:nvPr>
        </p:nvSpPr>
        <p:spPr>
          <a:xfrm>
            <a:off x="19964401" y="13808075"/>
            <a:ext cx="9693275" cy="7680325"/>
          </a:xfrm>
          <a:prstGeom prst="rect">
            <a:avLst/>
          </a:prstGeom>
        </p:spPr>
        <p:txBody>
          <a:bodyPr/>
          <a:lstStyle>
            <a:lvl1pPr>
              <a:defRPr/>
            </a:lvl1pPr>
          </a:lstStyle>
          <a:p>
            <a:r>
              <a:rPr lang="en-GB" dirty="0"/>
              <a:t>Picture</a:t>
            </a:r>
          </a:p>
        </p:txBody>
      </p:sp>
      <p:sp>
        <p:nvSpPr>
          <p:cNvPr id="23" name="Picture Placeholder 2"/>
          <p:cNvSpPr>
            <a:spLocks noGrp="1"/>
          </p:cNvSpPr>
          <p:nvPr>
            <p:ph type="pic" sz="quarter" idx="24" hasCustomPrompt="1"/>
          </p:nvPr>
        </p:nvSpPr>
        <p:spPr>
          <a:xfrm>
            <a:off x="19964401" y="23619935"/>
            <a:ext cx="9693274" cy="6492337"/>
          </a:xfrm>
          <a:prstGeom prst="rect">
            <a:avLst/>
          </a:prstGeom>
        </p:spPr>
        <p:txBody>
          <a:bodyPr/>
          <a:lstStyle>
            <a:lvl1pPr>
              <a:defRPr/>
            </a:lvl1pPr>
          </a:lstStyle>
          <a:p>
            <a:r>
              <a:rPr lang="en-GB" dirty="0"/>
              <a:t>Picture</a:t>
            </a:r>
          </a:p>
        </p:txBody>
      </p:sp>
      <p:sp>
        <p:nvSpPr>
          <p:cNvPr id="24" name="Picture Placeholder 2"/>
          <p:cNvSpPr>
            <a:spLocks noGrp="1"/>
          </p:cNvSpPr>
          <p:nvPr>
            <p:ph type="pic" sz="quarter" idx="25" hasCustomPrompt="1"/>
          </p:nvPr>
        </p:nvSpPr>
        <p:spPr>
          <a:xfrm>
            <a:off x="19964400" y="32298734"/>
            <a:ext cx="9693274" cy="7653497"/>
          </a:xfrm>
          <a:prstGeom prst="rect">
            <a:avLst/>
          </a:prstGeom>
        </p:spPr>
        <p:txBody>
          <a:bodyPr/>
          <a:lstStyle>
            <a:lvl1pPr>
              <a:defRPr/>
            </a:lvl1pPr>
          </a:lstStyle>
          <a:p>
            <a:r>
              <a:rPr lang="en-GB" dirty="0" err="1"/>
              <a:t>Picutre</a:t>
            </a:r>
            <a:endParaRPr lang="en-GB" dirty="0"/>
          </a:p>
        </p:txBody>
      </p:sp>
      <p:sp>
        <p:nvSpPr>
          <p:cNvPr id="25" name="Content Placeholder 11">
            <a:extLst>
              <a:ext uri="{FF2B5EF4-FFF2-40B4-BE49-F238E27FC236}">
                <a16:creationId xmlns:a16="http://schemas.microsoft.com/office/drawing/2014/main" id="{6978E10E-E370-49F9-988F-F918D0797428}"/>
              </a:ext>
            </a:extLst>
          </p:cNvPr>
          <p:cNvSpPr>
            <a:spLocks noGrp="1"/>
          </p:cNvSpPr>
          <p:nvPr>
            <p:ph sz="quarter" idx="12" hasCustomPrompt="1"/>
          </p:nvPr>
        </p:nvSpPr>
        <p:spPr>
          <a:xfrm>
            <a:off x="11522076" y="6858000"/>
            <a:ext cx="18135600" cy="5086287"/>
          </a:xfrm>
          <a:prstGeom prst="rect">
            <a:avLst/>
          </a:prstGeom>
          <a:solidFill>
            <a:schemeClr val="accent3"/>
          </a:solidFill>
        </p:spPr>
        <p:txBody>
          <a:bodyPr/>
          <a:lstStyle>
            <a:lvl1pPr marL="0" marR="0" indent="0" algn="l" defTabSz="749300" rtl="0" eaLnBrk="0" fontAlgn="base" latinLnBrk="0" hangingPunct="0">
              <a:lnSpc>
                <a:spcPct val="100000"/>
              </a:lnSpc>
              <a:spcBef>
                <a:spcPct val="20000"/>
              </a:spcBef>
              <a:spcAft>
                <a:spcPct val="0"/>
              </a:spcAft>
              <a:buClrTx/>
              <a:buSzTx/>
              <a:buFontTx/>
              <a:buNone/>
              <a:tabLst/>
              <a:defRPr sz="4400" b="0">
                <a:solidFill>
                  <a:schemeClr val="tx1"/>
                </a:solidFill>
              </a:defRPr>
            </a:lvl1pPr>
            <a:lvl2pPr marL="374650" marR="0" indent="0" algn="l" defTabSz="749300" rtl="0" eaLnBrk="0" fontAlgn="base" latinLnBrk="0" hangingPunct="0">
              <a:lnSpc>
                <a:spcPct val="100000"/>
              </a:lnSpc>
              <a:spcBef>
                <a:spcPct val="20000"/>
              </a:spcBef>
              <a:spcAft>
                <a:spcPct val="0"/>
              </a:spcAft>
              <a:buClrTx/>
              <a:buSzTx/>
              <a:buFontTx/>
              <a:buNone/>
              <a:tabLst/>
              <a:defRPr sz="4400"/>
            </a:lvl2pPr>
            <a:lvl3pPr marL="938213" marR="0" indent="-188913" algn="l" defTabSz="749300" rtl="0" eaLnBrk="0" fontAlgn="base" latinLnBrk="0" hangingPunct="0">
              <a:lnSpc>
                <a:spcPct val="100000"/>
              </a:lnSpc>
              <a:spcBef>
                <a:spcPct val="20000"/>
              </a:spcBef>
              <a:spcAft>
                <a:spcPct val="0"/>
              </a:spcAft>
              <a:buClrTx/>
              <a:buSzTx/>
              <a:buFontTx/>
              <a:buChar char="•"/>
              <a:tabLst/>
              <a:defRPr sz="4400"/>
            </a:lvl3pPr>
            <a:lvl4pPr marL="1312863" marR="0" indent="-187325" algn="l" defTabSz="749300" rtl="0" eaLnBrk="0" fontAlgn="base" latinLnBrk="0" hangingPunct="0">
              <a:lnSpc>
                <a:spcPct val="100000"/>
              </a:lnSpc>
              <a:spcBef>
                <a:spcPct val="20000"/>
              </a:spcBef>
              <a:spcAft>
                <a:spcPct val="0"/>
              </a:spcAft>
              <a:buClrTx/>
              <a:buSzTx/>
              <a:buFontTx/>
              <a:buChar char="–"/>
              <a:tabLst/>
              <a:defRPr sz="4400"/>
            </a:lvl4pPr>
            <a:lvl5pPr marL="1687513" marR="0" indent="-187325" algn="l" defTabSz="749300" rtl="0" eaLnBrk="0" fontAlgn="base" latinLnBrk="0" hangingPunct="0">
              <a:lnSpc>
                <a:spcPct val="100000"/>
              </a:lnSpc>
              <a:spcBef>
                <a:spcPct val="20000"/>
              </a:spcBef>
              <a:spcAft>
                <a:spcPct val="0"/>
              </a:spcAft>
              <a:buClrTx/>
              <a:buSzTx/>
              <a:buFontTx/>
              <a:buChar char="»"/>
              <a:tabLst/>
              <a:defRPr sz="4400"/>
            </a:lvl5pPr>
          </a:lstStyle>
          <a:p>
            <a:pPr lvl="0"/>
            <a:r>
              <a:rPr lang="en-US" dirty="0"/>
              <a:t>Click to add text.</a:t>
            </a:r>
          </a:p>
          <a:p>
            <a:pPr lvl="1"/>
            <a:endParaRPr lang="en-GB" dirty="0"/>
          </a:p>
        </p:txBody>
      </p:sp>
      <p:sp>
        <p:nvSpPr>
          <p:cNvPr id="27" name="Text Placeholder 15">
            <a:extLst>
              <a:ext uri="{FF2B5EF4-FFF2-40B4-BE49-F238E27FC236}">
                <a16:creationId xmlns:a16="http://schemas.microsoft.com/office/drawing/2014/main" id="{AE18BBDF-AA50-4C37-94E6-F89BEA9ACD54}"/>
              </a:ext>
            </a:extLst>
          </p:cNvPr>
          <p:cNvSpPr>
            <a:spLocks noGrp="1"/>
          </p:cNvSpPr>
          <p:nvPr>
            <p:ph type="body" sz="quarter" idx="27" hasCustomPrompt="1"/>
          </p:nvPr>
        </p:nvSpPr>
        <p:spPr>
          <a:xfrm>
            <a:off x="617538" y="5689667"/>
            <a:ext cx="9348788" cy="939733"/>
          </a:xfrm>
          <a:prstGeom prst="rect">
            <a:avLst/>
          </a:prstGeom>
        </p:spPr>
        <p:txBody>
          <a:bodyPr anchor="ctr" anchorCtr="0"/>
          <a:lstStyle>
            <a:lvl1pPr marL="0" indent="0">
              <a:buNone/>
              <a:defRPr sz="4400" b="1" baseline="0">
                <a:solidFill>
                  <a:srgbClr val="009B9B"/>
                </a:solidFill>
              </a:defRPr>
            </a:lvl1pPr>
          </a:lstStyle>
          <a:p>
            <a:pPr lvl="0"/>
            <a:r>
              <a:rPr lang="en-GB" sz="4400" dirty="0"/>
              <a:t>Author(s)</a:t>
            </a:r>
          </a:p>
        </p:txBody>
      </p:sp>
      <p:sp>
        <p:nvSpPr>
          <p:cNvPr id="28" name="Title 22">
            <a:extLst>
              <a:ext uri="{FF2B5EF4-FFF2-40B4-BE49-F238E27FC236}">
                <a16:creationId xmlns:a16="http://schemas.microsoft.com/office/drawing/2014/main" id="{28DE2BC9-7E71-40EE-AE2D-CA4C15306636}"/>
              </a:ext>
            </a:extLst>
          </p:cNvPr>
          <p:cNvSpPr>
            <a:spLocks noGrp="1"/>
          </p:cNvSpPr>
          <p:nvPr>
            <p:ph type="title" hasCustomPrompt="1"/>
          </p:nvPr>
        </p:nvSpPr>
        <p:spPr>
          <a:xfrm>
            <a:off x="661989" y="990950"/>
            <a:ext cx="21407179" cy="3432745"/>
          </a:xfrm>
          <a:prstGeom prst="rect">
            <a:avLst/>
          </a:prstGeom>
        </p:spPr>
        <p:txBody>
          <a:bodyPr>
            <a:normAutofit/>
          </a:bodyPr>
          <a:lstStyle>
            <a:lvl1pPr algn="l">
              <a:defRPr sz="11000" baseline="0">
                <a:solidFill>
                  <a:srgbClr val="009B9B"/>
                </a:solidFill>
              </a:defRPr>
            </a:lvl1pPr>
          </a:lstStyle>
          <a:p>
            <a:r>
              <a:rPr lang="en-US" dirty="0"/>
              <a:t>Poster title goes here</a:t>
            </a:r>
            <a:endParaRPr lang="en-GB" dirty="0"/>
          </a:p>
        </p:txBody>
      </p:sp>
      <p:sp>
        <p:nvSpPr>
          <p:cNvPr id="32" name="Inhaltsplatzhalter 9">
            <a:extLst>
              <a:ext uri="{FF2B5EF4-FFF2-40B4-BE49-F238E27FC236}">
                <a16:creationId xmlns:a16="http://schemas.microsoft.com/office/drawing/2014/main" id="{B6C2AA4B-850A-41EA-80B2-CFE0E89F36EA}"/>
              </a:ext>
            </a:extLst>
          </p:cNvPr>
          <p:cNvSpPr>
            <a:spLocks noGrp="1"/>
          </p:cNvSpPr>
          <p:nvPr>
            <p:ph sz="quarter" idx="28" hasCustomPrompt="1"/>
          </p:nvPr>
        </p:nvSpPr>
        <p:spPr>
          <a:xfrm>
            <a:off x="661988" y="6858000"/>
            <a:ext cx="9304337" cy="5086350"/>
          </a:xfrm>
          <a:prstGeom prst="rect">
            <a:avLst/>
          </a:prstGeom>
        </p:spPr>
        <p:txBody>
          <a:bodyPr/>
          <a:lstStyle>
            <a:lvl1pPr marL="0" indent="0">
              <a:buNone/>
              <a:defRPr sz="4400">
                <a:solidFill>
                  <a:sysClr val="windowText" lastClr="000000"/>
                </a:solidFill>
              </a:defRPr>
            </a:lvl1pPr>
            <a:lvl2pPr>
              <a:defRPr>
                <a:solidFill>
                  <a:sysClr val="windowText" lastClr="000000"/>
                </a:solidFill>
              </a:defRPr>
            </a:lvl2pPr>
            <a:lvl3pPr>
              <a:defRPr>
                <a:solidFill>
                  <a:sysClr val="windowText" lastClr="000000"/>
                </a:solidFill>
              </a:defRPr>
            </a:lvl3pPr>
            <a:lvl4pPr>
              <a:defRPr>
                <a:solidFill>
                  <a:sysClr val="windowText" lastClr="000000"/>
                </a:solidFill>
              </a:defRPr>
            </a:lvl4pPr>
            <a:lvl5pPr>
              <a:defRPr>
                <a:solidFill>
                  <a:sysClr val="windowText" lastClr="000000"/>
                </a:solidFill>
              </a:defRPr>
            </a:lvl5pPr>
          </a:lstStyle>
          <a:p>
            <a:pPr lvl="0"/>
            <a:r>
              <a:rPr lang="de-DE" dirty="0" err="1"/>
              <a:t>Surname</a:t>
            </a:r>
            <a:r>
              <a:rPr lang="de-DE" dirty="0"/>
              <a:t>, Name</a:t>
            </a:r>
          </a:p>
          <a:p>
            <a:pPr lvl="0"/>
            <a:r>
              <a:rPr lang="de-DE" dirty="0" err="1"/>
              <a:t>Surname</a:t>
            </a:r>
            <a:r>
              <a:rPr lang="de-DE" dirty="0"/>
              <a:t>, Name</a:t>
            </a:r>
          </a:p>
          <a:p>
            <a:pPr lvl="0"/>
            <a:r>
              <a:rPr lang="de-DE" dirty="0" err="1"/>
              <a:t>Surname</a:t>
            </a:r>
            <a:r>
              <a:rPr lang="de-DE" dirty="0"/>
              <a:t>, Name</a:t>
            </a:r>
          </a:p>
        </p:txBody>
      </p:sp>
    </p:spTree>
    <p:extLst>
      <p:ext uri="{BB962C8B-B14F-4D97-AF65-F5344CB8AC3E}">
        <p14:creationId xmlns:p14="http://schemas.microsoft.com/office/powerpoint/2010/main" val="1946685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main sections">
    <p:spTree>
      <p:nvGrpSpPr>
        <p:cNvPr id="1" name=""/>
        <p:cNvGrpSpPr/>
        <p:nvPr/>
      </p:nvGrpSpPr>
      <p:grpSpPr>
        <a:xfrm>
          <a:off x="0" y="0"/>
          <a:ext cx="0" cy="0"/>
          <a:chOff x="0" y="0"/>
          <a:chExt cx="0" cy="0"/>
        </a:xfrm>
      </p:grpSpPr>
      <p:sp>
        <p:nvSpPr>
          <p:cNvPr id="8" name="Content Placeholder 2"/>
          <p:cNvSpPr>
            <a:spLocks noGrp="1"/>
          </p:cNvSpPr>
          <p:nvPr>
            <p:ph idx="1" hasCustomPrompt="1"/>
          </p:nvPr>
        </p:nvSpPr>
        <p:spPr>
          <a:xfrm>
            <a:off x="661991" y="15444599"/>
            <a:ext cx="28995686" cy="6591776"/>
          </a:xfrm>
          <a:prstGeom prst="rect">
            <a:avLst/>
          </a:prstGeom>
        </p:spPr>
        <p:txBody>
          <a:bodyPr/>
          <a:lstStyle>
            <a:lvl1pPr marL="457200" indent="-457200">
              <a:buFont typeface="Arial" panose="020B0604020202020204" pitchFamily="34" charset="0"/>
              <a:buChar char="•"/>
              <a:defRPr sz="3200">
                <a:solidFill>
                  <a:schemeClr val="tx1"/>
                </a:solidFill>
              </a:defRPr>
            </a:lvl1pPr>
            <a:lvl2pPr marL="831850" indent="-457200">
              <a:buFont typeface="Symbol" panose="05050102010706020507" pitchFamily="18" charset="2"/>
              <a:buChar char="-"/>
              <a:defRPr sz="3200">
                <a:solidFill>
                  <a:schemeClr val="tx1"/>
                </a:solidFill>
              </a:defRPr>
            </a:lvl2pPr>
            <a:lvl3pPr marL="1206500" indent="-457200">
              <a:buFont typeface="Arial" panose="020B0604020202020204" pitchFamily="34" charset="0"/>
              <a:buChar char="•"/>
              <a:defRPr sz="3200"/>
            </a:lvl3pPr>
            <a:lvl4pPr marL="1582738" indent="-457200">
              <a:buFont typeface="Symbol" panose="05050102010706020507" pitchFamily="18" charset="2"/>
              <a:buChar char="-"/>
              <a:defRPr sz="3200"/>
            </a:lvl4pPr>
            <a:lvl5pPr marL="1687513" indent="-187325">
              <a:buFont typeface="Arial" panose="020B0604020202020204" pitchFamily="34" charset="0"/>
              <a:buChar char="»"/>
              <a:defRPr sz="3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Content Placeholder 2"/>
          <p:cNvSpPr>
            <a:spLocks noGrp="1"/>
          </p:cNvSpPr>
          <p:nvPr>
            <p:ph idx="10" hasCustomPrompt="1"/>
          </p:nvPr>
        </p:nvSpPr>
        <p:spPr>
          <a:xfrm>
            <a:off x="661991" y="25651079"/>
            <a:ext cx="9304337" cy="14301151"/>
          </a:xfrm>
          <a:prstGeom prst="rect">
            <a:avLst/>
          </a:prstGeom>
        </p:spPr>
        <p:txBody>
          <a:bodyPr/>
          <a:lstStyle>
            <a:lvl1pPr>
              <a:defRPr sz="3200">
                <a:solidFill>
                  <a:schemeClr val="tx1"/>
                </a:solidFill>
              </a:defRPr>
            </a:lvl1pPr>
            <a:lvl2pPr>
              <a:defRPr sz="3200">
                <a:solidFill>
                  <a:schemeClr val="tx1"/>
                </a:solidFill>
              </a:defRPr>
            </a:lvl2pPr>
            <a:lvl3pPr>
              <a:defRPr sz="3200">
                <a:solidFill>
                  <a:schemeClr val="tx1"/>
                </a:solidFill>
              </a:defRPr>
            </a:lvl3pPr>
            <a:lvl4pPr>
              <a:defRPr sz="3200"/>
            </a:lvl4pPr>
            <a:lvl5pPr>
              <a:defRPr sz="3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6" name="Text Placeholder 15"/>
          <p:cNvSpPr>
            <a:spLocks noGrp="1"/>
          </p:cNvSpPr>
          <p:nvPr>
            <p:ph type="body" sz="quarter" idx="14" hasCustomPrompt="1"/>
          </p:nvPr>
        </p:nvSpPr>
        <p:spPr>
          <a:xfrm>
            <a:off x="661988" y="12760648"/>
            <a:ext cx="28995681" cy="950912"/>
          </a:xfrm>
          <a:prstGeom prst="rect">
            <a:avLst/>
          </a:prstGeom>
        </p:spPr>
        <p:txBody>
          <a:bodyPr anchor="ctr" anchorCtr="0"/>
          <a:lstStyle>
            <a:lvl1pPr marL="0" indent="0" algn="ctr">
              <a:buNone/>
              <a:defRPr sz="4800" b="1" baseline="0">
                <a:solidFill>
                  <a:schemeClr val="tx2"/>
                </a:solidFill>
              </a:defRPr>
            </a:lvl1pPr>
          </a:lstStyle>
          <a:p>
            <a:pPr lvl="0"/>
            <a:r>
              <a:rPr lang="en-GB" sz="4400" dirty="0"/>
              <a:t>Subtitle</a:t>
            </a:r>
            <a:endParaRPr lang="en-GB" dirty="0"/>
          </a:p>
        </p:txBody>
      </p:sp>
      <p:sp>
        <p:nvSpPr>
          <p:cNvPr id="17" name="Text Placeholder 15"/>
          <p:cNvSpPr>
            <a:spLocks noGrp="1"/>
          </p:cNvSpPr>
          <p:nvPr>
            <p:ph type="body" sz="quarter" idx="15" hasCustomPrompt="1"/>
          </p:nvPr>
        </p:nvSpPr>
        <p:spPr>
          <a:xfrm>
            <a:off x="661991" y="24061135"/>
            <a:ext cx="9304337" cy="1265650"/>
          </a:xfrm>
          <a:prstGeom prst="rect">
            <a:avLst/>
          </a:prstGeom>
          <a:solidFill>
            <a:srgbClr val="009B9B"/>
          </a:solidFill>
        </p:spPr>
        <p:txBody>
          <a:bodyPr anchor="ctr" anchorCtr="0"/>
          <a:lstStyle>
            <a:lvl1pPr marL="0" indent="0">
              <a:buNone/>
              <a:defRPr sz="4400" baseline="0">
                <a:solidFill>
                  <a:schemeClr val="bg1"/>
                </a:solidFill>
              </a:defRPr>
            </a:lvl1pPr>
          </a:lstStyle>
          <a:p>
            <a:pPr lvl="0"/>
            <a:r>
              <a:rPr lang="en-GB" sz="4400" dirty="0"/>
              <a:t>Subheading</a:t>
            </a:r>
            <a:endParaRPr lang="en-GB" dirty="0"/>
          </a:p>
        </p:txBody>
      </p:sp>
      <p:sp>
        <p:nvSpPr>
          <p:cNvPr id="18" name="Text Placeholder 15"/>
          <p:cNvSpPr>
            <a:spLocks noGrp="1"/>
          </p:cNvSpPr>
          <p:nvPr>
            <p:ph type="body" sz="quarter" idx="16" hasCustomPrompt="1"/>
          </p:nvPr>
        </p:nvSpPr>
        <p:spPr>
          <a:xfrm>
            <a:off x="661992" y="14310904"/>
            <a:ext cx="28995686" cy="950912"/>
          </a:xfrm>
          <a:prstGeom prst="rect">
            <a:avLst/>
          </a:prstGeom>
          <a:solidFill>
            <a:srgbClr val="009B9B"/>
          </a:solidFill>
        </p:spPr>
        <p:txBody>
          <a:bodyPr anchor="ctr" anchorCtr="0"/>
          <a:lstStyle>
            <a:lvl1pPr marL="0" indent="0">
              <a:buNone/>
              <a:defRPr sz="4400" baseline="0">
                <a:solidFill>
                  <a:schemeClr val="bg1"/>
                </a:solidFill>
              </a:defRPr>
            </a:lvl1pPr>
          </a:lstStyle>
          <a:p>
            <a:pPr lvl="0"/>
            <a:r>
              <a:rPr lang="en-GB" sz="4400" dirty="0"/>
              <a:t>Subheading</a:t>
            </a:r>
            <a:endParaRPr lang="en-GB" dirty="0"/>
          </a:p>
        </p:txBody>
      </p:sp>
      <p:sp>
        <p:nvSpPr>
          <p:cNvPr id="15" name="Text Placeholder 15"/>
          <p:cNvSpPr>
            <a:spLocks noGrp="1"/>
          </p:cNvSpPr>
          <p:nvPr>
            <p:ph type="body" sz="quarter" idx="20" hasCustomPrompt="1"/>
          </p:nvPr>
        </p:nvSpPr>
        <p:spPr>
          <a:xfrm>
            <a:off x="11115678" y="24061135"/>
            <a:ext cx="8696327" cy="851473"/>
          </a:xfrm>
          <a:prstGeom prst="rect">
            <a:avLst/>
          </a:prstGeom>
          <a:solidFill>
            <a:srgbClr val="009B9B"/>
          </a:solidFill>
        </p:spPr>
        <p:txBody>
          <a:bodyPr anchor="ctr" anchorCtr="0"/>
          <a:lstStyle>
            <a:lvl1pPr marL="0" indent="0">
              <a:buNone/>
              <a:defRPr sz="4400" baseline="0">
                <a:solidFill>
                  <a:schemeClr val="bg1"/>
                </a:solidFill>
              </a:defRPr>
            </a:lvl1pPr>
          </a:lstStyle>
          <a:p>
            <a:pPr lvl="0"/>
            <a:r>
              <a:rPr lang="en-GB" sz="4400" dirty="0"/>
              <a:t>Subheading</a:t>
            </a:r>
            <a:endParaRPr lang="en-GB" dirty="0"/>
          </a:p>
        </p:txBody>
      </p:sp>
      <p:sp>
        <p:nvSpPr>
          <p:cNvPr id="23" name="Content Placeholder 2"/>
          <p:cNvSpPr>
            <a:spLocks noGrp="1"/>
          </p:cNvSpPr>
          <p:nvPr>
            <p:ph idx="23" hasCustomPrompt="1"/>
          </p:nvPr>
        </p:nvSpPr>
        <p:spPr>
          <a:xfrm>
            <a:off x="20961353" y="25194830"/>
            <a:ext cx="8696325" cy="6492337"/>
          </a:xfrm>
          <a:prstGeom prst="rect">
            <a:avLst/>
          </a:prstGeom>
        </p:spPr>
        <p:txBody>
          <a:bodyPr/>
          <a:lstStyle>
            <a:lvl1pPr>
              <a:defRPr sz="3200">
                <a:solidFill>
                  <a:schemeClr val="tx1"/>
                </a:solidFill>
              </a:defRPr>
            </a:lvl1pPr>
            <a:lvl2pPr>
              <a:defRPr sz="3200">
                <a:solidFill>
                  <a:schemeClr val="tx1"/>
                </a:solidFill>
              </a:defRPr>
            </a:lvl2pPr>
            <a:lvl3pPr>
              <a:defRPr sz="3200"/>
            </a:lvl3pPr>
            <a:lvl4pPr>
              <a:defRPr sz="3200"/>
            </a:lvl4pPr>
            <a:lvl5pPr>
              <a:defRPr sz="3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7" name="Content Placeholder 2"/>
          <p:cNvSpPr>
            <a:spLocks noGrp="1"/>
          </p:cNvSpPr>
          <p:nvPr>
            <p:ph idx="25" hasCustomPrompt="1"/>
          </p:nvPr>
        </p:nvSpPr>
        <p:spPr>
          <a:xfrm>
            <a:off x="11115673" y="33459894"/>
            <a:ext cx="8696327" cy="6492337"/>
          </a:xfrm>
          <a:prstGeom prst="rect">
            <a:avLst/>
          </a:prstGeom>
        </p:spPr>
        <p:txBody>
          <a:bodyPr/>
          <a:lstStyle>
            <a:lvl1pPr>
              <a:defRPr sz="3200">
                <a:solidFill>
                  <a:schemeClr val="tx1"/>
                </a:solidFill>
              </a:defRPr>
            </a:lvl1pPr>
            <a:lvl2pPr>
              <a:defRPr sz="3200">
                <a:solidFill>
                  <a:schemeClr val="tx1"/>
                </a:solidFill>
              </a:defRPr>
            </a:lvl2pPr>
            <a:lvl3pPr>
              <a:defRPr sz="3200"/>
            </a:lvl3pPr>
            <a:lvl4pPr>
              <a:defRPr sz="3200"/>
            </a:lvl4pPr>
            <a:lvl5pPr>
              <a:defRPr sz="3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9" name="Content Placeholder 2"/>
          <p:cNvSpPr>
            <a:spLocks noGrp="1"/>
          </p:cNvSpPr>
          <p:nvPr>
            <p:ph idx="27" hasCustomPrompt="1"/>
          </p:nvPr>
        </p:nvSpPr>
        <p:spPr>
          <a:xfrm>
            <a:off x="20961345" y="33459894"/>
            <a:ext cx="8696325" cy="6492337"/>
          </a:xfrm>
          <a:prstGeom prst="rect">
            <a:avLst/>
          </a:prstGeom>
        </p:spPr>
        <p:txBody>
          <a:bodyPr/>
          <a:lstStyle>
            <a:lvl1pPr>
              <a:defRPr sz="3200">
                <a:solidFill>
                  <a:schemeClr val="tx1"/>
                </a:solidFill>
              </a:defRPr>
            </a:lvl1pPr>
            <a:lvl2pPr>
              <a:defRPr sz="3200">
                <a:solidFill>
                  <a:schemeClr val="tx1"/>
                </a:solidFill>
              </a:defRPr>
            </a:lvl2pPr>
            <a:lvl3pPr>
              <a:defRPr sz="3200"/>
            </a:lvl3pPr>
            <a:lvl4pPr>
              <a:defRPr sz="3200"/>
            </a:lvl4pPr>
            <a:lvl5pPr>
              <a:defRPr sz="3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31" name="Text Placeholder 15"/>
          <p:cNvSpPr>
            <a:spLocks noGrp="1"/>
          </p:cNvSpPr>
          <p:nvPr>
            <p:ph type="body" sz="quarter" idx="29" hasCustomPrompt="1"/>
          </p:nvPr>
        </p:nvSpPr>
        <p:spPr>
          <a:xfrm>
            <a:off x="11522078" y="5684077"/>
            <a:ext cx="18135600" cy="991140"/>
          </a:xfrm>
          <a:prstGeom prst="rect">
            <a:avLst/>
          </a:prstGeom>
        </p:spPr>
        <p:txBody>
          <a:bodyPr anchor="ctr" anchorCtr="0"/>
          <a:lstStyle>
            <a:lvl1pPr marL="0" indent="0">
              <a:buNone/>
              <a:defRPr sz="4800" b="1" baseline="0">
                <a:solidFill>
                  <a:schemeClr val="tx2"/>
                </a:solidFill>
              </a:defRPr>
            </a:lvl1pPr>
          </a:lstStyle>
          <a:p>
            <a:pPr lvl="0"/>
            <a:r>
              <a:rPr lang="en-GB" sz="4400" dirty="0"/>
              <a:t>Introduction, Summary or Abstract</a:t>
            </a:r>
          </a:p>
        </p:txBody>
      </p:sp>
      <p:sp>
        <p:nvSpPr>
          <p:cNvPr id="32" name="Text Placeholder 15"/>
          <p:cNvSpPr>
            <a:spLocks noGrp="1"/>
          </p:cNvSpPr>
          <p:nvPr>
            <p:ph type="body" sz="quarter" idx="30" hasCustomPrompt="1"/>
          </p:nvPr>
        </p:nvSpPr>
        <p:spPr>
          <a:xfrm>
            <a:off x="661997" y="22675407"/>
            <a:ext cx="28995681" cy="950912"/>
          </a:xfrm>
          <a:prstGeom prst="rect">
            <a:avLst/>
          </a:prstGeom>
        </p:spPr>
        <p:txBody>
          <a:bodyPr anchor="ctr" anchorCtr="0"/>
          <a:lstStyle>
            <a:lvl1pPr marL="0" indent="0" algn="ctr">
              <a:buNone/>
              <a:defRPr sz="4800" b="1" baseline="0">
                <a:solidFill>
                  <a:schemeClr val="tx2"/>
                </a:solidFill>
              </a:defRPr>
            </a:lvl1pPr>
          </a:lstStyle>
          <a:p>
            <a:pPr lvl="0"/>
            <a:r>
              <a:rPr lang="en-GB" sz="4400" dirty="0"/>
              <a:t>Subtitle</a:t>
            </a:r>
            <a:endParaRPr lang="en-GB" dirty="0"/>
          </a:p>
        </p:txBody>
      </p:sp>
      <p:sp>
        <p:nvSpPr>
          <p:cNvPr id="22" name="Text Placeholder 15">
            <a:extLst>
              <a:ext uri="{FF2B5EF4-FFF2-40B4-BE49-F238E27FC236}">
                <a16:creationId xmlns:a16="http://schemas.microsoft.com/office/drawing/2014/main" id="{D91EA7D1-69BA-4958-89E6-2866FBFAB15B}"/>
              </a:ext>
            </a:extLst>
          </p:cNvPr>
          <p:cNvSpPr>
            <a:spLocks noGrp="1"/>
          </p:cNvSpPr>
          <p:nvPr>
            <p:ph type="body" sz="quarter" idx="32" hasCustomPrompt="1"/>
          </p:nvPr>
        </p:nvSpPr>
        <p:spPr>
          <a:xfrm>
            <a:off x="617538" y="5689667"/>
            <a:ext cx="9348788" cy="982982"/>
          </a:xfrm>
          <a:prstGeom prst="rect">
            <a:avLst/>
          </a:prstGeom>
        </p:spPr>
        <p:txBody>
          <a:bodyPr anchor="ctr" anchorCtr="0"/>
          <a:lstStyle>
            <a:lvl1pPr marL="0" indent="0">
              <a:buNone/>
              <a:defRPr sz="4400" b="1" baseline="0">
                <a:solidFill>
                  <a:srgbClr val="009B9B"/>
                </a:solidFill>
              </a:defRPr>
            </a:lvl1pPr>
          </a:lstStyle>
          <a:p>
            <a:pPr lvl="0"/>
            <a:r>
              <a:rPr lang="en-GB" sz="4400" dirty="0"/>
              <a:t>Author(s)</a:t>
            </a:r>
          </a:p>
        </p:txBody>
      </p:sp>
      <p:sp>
        <p:nvSpPr>
          <p:cNvPr id="33" name="Content Placeholder 11">
            <a:extLst>
              <a:ext uri="{FF2B5EF4-FFF2-40B4-BE49-F238E27FC236}">
                <a16:creationId xmlns:a16="http://schemas.microsoft.com/office/drawing/2014/main" id="{E7AA47AC-F12F-4515-A8D6-861A48C8A1A1}"/>
              </a:ext>
            </a:extLst>
          </p:cNvPr>
          <p:cNvSpPr>
            <a:spLocks noGrp="1"/>
          </p:cNvSpPr>
          <p:nvPr>
            <p:ph sz="quarter" idx="12" hasCustomPrompt="1"/>
          </p:nvPr>
        </p:nvSpPr>
        <p:spPr>
          <a:xfrm>
            <a:off x="11522076" y="6858000"/>
            <a:ext cx="18135600" cy="5086287"/>
          </a:xfrm>
          <a:prstGeom prst="rect">
            <a:avLst/>
          </a:prstGeom>
          <a:solidFill>
            <a:schemeClr val="accent3"/>
          </a:solidFill>
        </p:spPr>
        <p:txBody>
          <a:bodyPr/>
          <a:lstStyle>
            <a:lvl1pPr marL="0" marR="0" indent="0" algn="l" defTabSz="749300" rtl="0" eaLnBrk="0" fontAlgn="base" latinLnBrk="0" hangingPunct="0">
              <a:lnSpc>
                <a:spcPct val="100000"/>
              </a:lnSpc>
              <a:spcBef>
                <a:spcPct val="20000"/>
              </a:spcBef>
              <a:spcAft>
                <a:spcPct val="0"/>
              </a:spcAft>
              <a:buClrTx/>
              <a:buSzTx/>
              <a:buFontTx/>
              <a:buNone/>
              <a:tabLst/>
              <a:defRPr sz="4400" b="0">
                <a:solidFill>
                  <a:schemeClr val="tx1"/>
                </a:solidFill>
              </a:defRPr>
            </a:lvl1pPr>
            <a:lvl2pPr marL="374650" marR="0" indent="0" algn="l" defTabSz="749300" rtl="0" eaLnBrk="0" fontAlgn="base" latinLnBrk="0" hangingPunct="0">
              <a:lnSpc>
                <a:spcPct val="100000"/>
              </a:lnSpc>
              <a:spcBef>
                <a:spcPct val="20000"/>
              </a:spcBef>
              <a:spcAft>
                <a:spcPct val="0"/>
              </a:spcAft>
              <a:buClrTx/>
              <a:buSzTx/>
              <a:buFontTx/>
              <a:buNone/>
              <a:tabLst/>
              <a:defRPr sz="4400"/>
            </a:lvl2pPr>
            <a:lvl3pPr marL="938213" marR="0" indent="-188913" algn="l" defTabSz="749300" rtl="0" eaLnBrk="0" fontAlgn="base" latinLnBrk="0" hangingPunct="0">
              <a:lnSpc>
                <a:spcPct val="100000"/>
              </a:lnSpc>
              <a:spcBef>
                <a:spcPct val="20000"/>
              </a:spcBef>
              <a:spcAft>
                <a:spcPct val="0"/>
              </a:spcAft>
              <a:buClrTx/>
              <a:buSzTx/>
              <a:buFontTx/>
              <a:buChar char="•"/>
              <a:tabLst/>
              <a:defRPr sz="4400"/>
            </a:lvl3pPr>
            <a:lvl4pPr marL="1312863" marR="0" indent="-187325" algn="l" defTabSz="749300" rtl="0" eaLnBrk="0" fontAlgn="base" latinLnBrk="0" hangingPunct="0">
              <a:lnSpc>
                <a:spcPct val="100000"/>
              </a:lnSpc>
              <a:spcBef>
                <a:spcPct val="20000"/>
              </a:spcBef>
              <a:spcAft>
                <a:spcPct val="0"/>
              </a:spcAft>
              <a:buClrTx/>
              <a:buSzTx/>
              <a:buFontTx/>
              <a:buChar char="–"/>
              <a:tabLst/>
              <a:defRPr sz="4400"/>
            </a:lvl4pPr>
            <a:lvl5pPr marL="1687513" marR="0" indent="-187325" algn="l" defTabSz="749300" rtl="0" eaLnBrk="0" fontAlgn="base" latinLnBrk="0" hangingPunct="0">
              <a:lnSpc>
                <a:spcPct val="100000"/>
              </a:lnSpc>
              <a:spcBef>
                <a:spcPct val="20000"/>
              </a:spcBef>
              <a:spcAft>
                <a:spcPct val="0"/>
              </a:spcAft>
              <a:buClrTx/>
              <a:buSzTx/>
              <a:buFontTx/>
              <a:buChar char="»"/>
              <a:tabLst/>
              <a:defRPr sz="4400"/>
            </a:lvl5pPr>
          </a:lstStyle>
          <a:p>
            <a:pPr lvl="0"/>
            <a:r>
              <a:rPr lang="en-US" dirty="0"/>
              <a:t>Click to add text.</a:t>
            </a:r>
          </a:p>
          <a:p>
            <a:pPr lvl="1"/>
            <a:endParaRPr lang="en-GB" dirty="0"/>
          </a:p>
        </p:txBody>
      </p:sp>
      <p:sp>
        <p:nvSpPr>
          <p:cNvPr id="34" name="Title 22">
            <a:extLst>
              <a:ext uri="{FF2B5EF4-FFF2-40B4-BE49-F238E27FC236}">
                <a16:creationId xmlns:a16="http://schemas.microsoft.com/office/drawing/2014/main" id="{C8681CE1-D5BD-43D5-8E11-8EA376363466}"/>
              </a:ext>
            </a:extLst>
          </p:cNvPr>
          <p:cNvSpPr>
            <a:spLocks noGrp="1"/>
          </p:cNvSpPr>
          <p:nvPr>
            <p:ph type="title" hasCustomPrompt="1"/>
          </p:nvPr>
        </p:nvSpPr>
        <p:spPr>
          <a:xfrm>
            <a:off x="661989" y="990950"/>
            <a:ext cx="21407179" cy="3432745"/>
          </a:xfrm>
          <a:prstGeom prst="rect">
            <a:avLst/>
          </a:prstGeom>
        </p:spPr>
        <p:txBody>
          <a:bodyPr>
            <a:normAutofit/>
          </a:bodyPr>
          <a:lstStyle>
            <a:lvl1pPr algn="l">
              <a:defRPr sz="11000" baseline="0">
                <a:solidFill>
                  <a:srgbClr val="009B9B"/>
                </a:solidFill>
              </a:defRPr>
            </a:lvl1pPr>
          </a:lstStyle>
          <a:p>
            <a:r>
              <a:rPr lang="en-US" dirty="0"/>
              <a:t>Poster title goes here</a:t>
            </a:r>
            <a:endParaRPr lang="en-GB" dirty="0"/>
          </a:p>
        </p:txBody>
      </p:sp>
      <p:sp>
        <p:nvSpPr>
          <p:cNvPr id="36" name="Content Placeholder 2">
            <a:extLst>
              <a:ext uri="{FF2B5EF4-FFF2-40B4-BE49-F238E27FC236}">
                <a16:creationId xmlns:a16="http://schemas.microsoft.com/office/drawing/2014/main" id="{313635AF-C646-436A-A8FD-B77AA44799F3}"/>
              </a:ext>
            </a:extLst>
          </p:cNvPr>
          <p:cNvSpPr>
            <a:spLocks noGrp="1"/>
          </p:cNvSpPr>
          <p:nvPr>
            <p:ph idx="33" hasCustomPrompt="1"/>
          </p:nvPr>
        </p:nvSpPr>
        <p:spPr>
          <a:xfrm>
            <a:off x="11115673" y="25194830"/>
            <a:ext cx="8696325" cy="6492337"/>
          </a:xfrm>
          <a:prstGeom prst="rect">
            <a:avLst/>
          </a:prstGeom>
        </p:spPr>
        <p:txBody>
          <a:bodyPr/>
          <a:lstStyle>
            <a:lvl1pPr>
              <a:defRPr sz="3200">
                <a:solidFill>
                  <a:schemeClr val="tx1"/>
                </a:solidFill>
              </a:defRPr>
            </a:lvl1pPr>
            <a:lvl2pPr>
              <a:defRPr sz="3200">
                <a:solidFill>
                  <a:schemeClr val="tx1"/>
                </a:solidFill>
              </a:defRPr>
            </a:lvl2pPr>
            <a:lvl3pPr>
              <a:defRPr sz="3200"/>
            </a:lvl3pPr>
            <a:lvl4pPr>
              <a:defRPr sz="3200"/>
            </a:lvl4pPr>
            <a:lvl5pPr>
              <a:defRPr sz="3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37" name="Inhaltsplatzhalter 9">
            <a:extLst>
              <a:ext uri="{FF2B5EF4-FFF2-40B4-BE49-F238E27FC236}">
                <a16:creationId xmlns:a16="http://schemas.microsoft.com/office/drawing/2014/main" id="{7FC2E805-22AC-42D3-B43A-C63F1D0B22EB}"/>
              </a:ext>
            </a:extLst>
          </p:cNvPr>
          <p:cNvSpPr>
            <a:spLocks noGrp="1"/>
          </p:cNvSpPr>
          <p:nvPr>
            <p:ph sz="quarter" idx="34" hasCustomPrompt="1"/>
          </p:nvPr>
        </p:nvSpPr>
        <p:spPr>
          <a:xfrm>
            <a:off x="661988" y="6858000"/>
            <a:ext cx="9304337" cy="5086350"/>
          </a:xfrm>
          <a:prstGeom prst="rect">
            <a:avLst/>
          </a:prstGeom>
        </p:spPr>
        <p:txBody>
          <a:bodyPr/>
          <a:lstStyle>
            <a:lvl1pPr marL="0" indent="0">
              <a:buNone/>
              <a:defRPr sz="4400">
                <a:solidFill>
                  <a:sysClr val="windowText" lastClr="000000"/>
                </a:solidFill>
              </a:defRPr>
            </a:lvl1pPr>
            <a:lvl2pPr>
              <a:defRPr>
                <a:solidFill>
                  <a:sysClr val="windowText" lastClr="000000"/>
                </a:solidFill>
              </a:defRPr>
            </a:lvl2pPr>
            <a:lvl3pPr>
              <a:defRPr>
                <a:solidFill>
                  <a:sysClr val="windowText" lastClr="000000"/>
                </a:solidFill>
              </a:defRPr>
            </a:lvl3pPr>
            <a:lvl4pPr>
              <a:defRPr>
                <a:solidFill>
                  <a:sysClr val="windowText" lastClr="000000"/>
                </a:solidFill>
              </a:defRPr>
            </a:lvl4pPr>
            <a:lvl5pPr>
              <a:defRPr>
                <a:solidFill>
                  <a:sysClr val="windowText" lastClr="000000"/>
                </a:solidFill>
              </a:defRPr>
            </a:lvl5pPr>
          </a:lstStyle>
          <a:p>
            <a:pPr lvl="0"/>
            <a:r>
              <a:rPr lang="de-DE" dirty="0" err="1"/>
              <a:t>Surname</a:t>
            </a:r>
            <a:r>
              <a:rPr lang="de-DE" dirty="0"/>
              <a:t>, Name</a:t>
            </a:r>
          </a:p>
          <a:p>
            <a:pPr lvl="0"/>
            <a:r>
              <a:rPr lang="de-DE" dirty="0" err="1"/>
              <a:t>Surname</a:t>
            </a:r>
            <a:r>
              <a:rPr lang="de-DE" dirty="0"/>
              <a:t>, Name</a:t>
            </a:r>
          </a:p>
          <a:p>
            <a:pPr lvl="0"/>
            <a:r>
              <a:rPr lang="de-DE" dirty="0" err="1"/>
              <a:t>Surname</a:t>
            </a:r>
            <a:r>
              <a:rPr lang="de-DE" dirty="0"/>
              <a:t>, Name</a:t>
            </a:r>
          </a:p>
        </p:txBody>
      </p:sp>
      <p:sp>
        <p:nvSpPr>
          <p:cNvPr id="38" name="Text Placeholder 15">
            <a:extLst>
              <a:ext uri="{FF2B5EF4-FFF2-40B4-BE49-F238E27FC236}">
                <a16:creationId xmlns:a16="http://schemas.microsoft.com/office/drawing/2014/main" id="{4C697765-2C98-4CF7-916A-155B7DDEDB54}"/>
              </a:ext>
            </a:extLst>
          </p:cNvPr>
          <p:cNvSpPr>
            <a:spLocks noGrp="1"/>
          </p:cNvSpPr>
          <p:nvPr>
            <p:ph type="body" sz="quarter" idx="35" hasCustomPrompt="1"/>
          </p:nvPr>
        </p:nvSpPr>
        <p:spPr>
          <a:xfrm>
            <a:off x="20961351" y="24061134"/>
            <a:ext cx="8696327" cy="851473"/>
          </a:xfrm>
          <a:prstGeom prst="rect">
            <a:avLst/>
          </a:prstGeom>
          <a:solidFill>
            <a:srgbClr val="009B9B"/>
          </a:solidFill>
        </p:spPr>
        <p:txBody>
          <a:bodyPr anchor="ctr" anchorCtr="0"/>
          <a:lstStyle>
            <a:lvl1pPr marL="0" indent="0">
              <a:buNone/>
              <a:defRPr sz="4400" baseline="0">
                <a:solidFill>
                  <a:schemeClr val="bg1"/>
                </a:solidFill>
              </a:defRPr>
            </a:lvl1pPr>
          </a:lstStyle>
          <a:p>
            <a:pPr lvl="0"/>
            <a:r>
              <a:rPr lang="en-GB" sz="4400" dirty="0"/>
              <a:t>Subheading</a:t>
            </a:r>
            <a:endParaRPr lang="en-GB" dirty="0"/>
          </a:p>
        </p:txBody>
      </p:sp>
      <p:sp>
        <p:nvSpPr>
          <p:cNvPr id="39" name="Text Placeholder 15">
            <a:extLst>
              <a:ext uri="{FF2B5EF4-FFF2-40B4-BE49-F238E27FC236}">
                <a16:creationId xmlns:a16="http://schemas.microsoft.com/office/drawing/2014/main" id="{79E89BE9-6F31-4B33-9606-69BC6DAC15C5}"/>
              </a:ext>
            </a:extLst>
          </p:cNvPr>
          <p:cNvSpPr>
            <a:spLocks noGrp="1"/>
          </p:cNvSpPr>
          <p:nvPr>
            <p:ph type="body" sz="quarter" idx="36" hasCustomPrompt="1"/>
          </p:nvPr>
        </p:nvSpPr>
        <p:spPr>
          <a:xfrm>
            <a:off x="11115671" y="32326199"/>
            <a:ext cx="8696327" cy="851473"/>
          </a:xfrm>
          <a:prstGeom prst="rect">
            <a:avLst/>
          </a:prstGeom>
          <a:solidFill>
            <a:srgbClr val="009B9B"/>
          </a:solidFill>
        </p:spPr>
        <p:txBody>
          <a:bodyPr anchor="ctr" anchorCtr="0"/>
          <a:lstStyle>
            <a:lvl1pPr marL="0" indent="0">
              <a:buNone/>
              <a:defRPr sz="4400" baseline="0">
                <a:solidFill>
                  <a:schemeClr val="bg1"/>
                </a:solidFill>
              </a:defRPr>
            </a:lvl1pPr>
          </a:lstStyle>
          <a:p>
            <a:pPr lvl="0"/>
            <a:r>
              <a:rPr lang="en-GB" sz="4400" dirty="0"/>
              <a:t>Subheading</a:t>
            </a:r>
            <a:endParaRPr lang="en-GB" dirty="0"/>
          </a:p>
        </p:txBody>
      </p:sp>
      <p:sp>
        <p:nvSpPr>
          <p:cNvPr id="40" name="Text Placeholder 15">
            <a:extLst>
              <a:ext uri="{FF2B5EF4-FFF2-40B4-BE49-F238E27FC236}">
                <a16:creationId xmlns:a16="http://schemas.microsoft.com/office/drawing/2014/main" id="{DADD9375-1A82-4645-8634-22DE348ADAED}"/>
              </a:ext>
            </a:extLst>
          </p:cNvPr>
          <p:cNvSpPr>
            <a:spLocks noGrp="1"/>
          </p:cNvSpPr>
          <p:nvPr>
            <p:ph type="body" sz="quarter" idx="37" hasCustomPrompt="1"/>
          </p:nvPr>
        </p:nvSpPr>
        <p:spPr>
          <a:xfrm>
            <a:off x="20916895" y="32326199"/>
            <a:ext cx="8740783" cy="851473"/>
          </a:xfrm>
          <a:prstGeom prst="rect">
            <a:avLst/>
          </a:prstGeom>
          <a:solidFill>
            <a:srgbClr val="009B9B"/>
          </a:solidFill>
        </p:spPr>
        <p:txBody>
          <a:bodyPr anchor="ctr" anchorCtr="0"/>
          <a:lstStyle>
            <a:lvl1pPr marL="0" indent="0">
              <a:buNone/>
              <a:defRPr sz="4400" baseline="0">
                <a:solidFill>
                  <a:schemeClr val="bg1"/>
                </a:solidFill>
              </a:defRPr>
            </a:lvl1pPr>
          </a:lstStyle>
          <a:p>
            <a:pPr lvl="0"/>
            <a:r>
              <a:rPr lang="en-GB" sz="4400" dirty="0"/>
              <a:t>Subheading</a:t>
            </a:r>
            <a:endParaRPr lang="en-GB" dirty="0"/>
          </a:p>
        </p:txBody>
      </p:sp>
    </p:spTree>
    <p:extLst>
      <p:ext uri="{BB962C8B-B14F-4D97-AF65-F5344CB8AC3E}">
        <p14:creationId xmlns:p14="http://schemas.microsoft.com/office/powerpoint/2010/main" val="1199104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arge abstract">
    <p:spTree>
      <p:nvGrpSpPr>
        <p:cNvPr id="1" name=""/>
        <p:cNvGrpSpPr/>
        <p:nvPr/>
      </p:nvGrpSpPr>
      <p:grpSpPr>
        <a:xfrm>
          <a:off x="0" y="0"/>
          <a:ext cx="0" cy="0"/>
          <a:chOff x="0" y="0"/>
          <a:chExt cx="0" cy="0"/>
        </a:xfrm>
      </p:grpSpPr>
      <p:sp>
        <p:nvSpPr>
          <p:cNvPr id="9" name="Content Placeholder 2"/>
          <p:cNvSpPr>
            <a:spLocks noGrp="1"/>
          </p:cNvSpPr>
          <p:nvPr>
            <p:ph idx="10" hasCustomPrompt="1"/>
          </p:nvPr>
        </p:nvSpPr>
        <p:spPr>
          <a:xfrm>
            <a:off x="661988" y="22080616"/>
            <a:ext cx="9304337" cy="17492584"/>
          </a:xfrm>
          <a:prstGeom prst="rect">
            <a:avLst/>
          </a:prstGeom>
        </p:spPr>
        <p:txBody>
          <a:bodyPr/>
          <a:lstStyle>
            <a:lvl1pPr>
              <a:defRPr sz="3200">
                <a:solidFill>
                  <a:schemeClr val="tx1"/>
                </a:solidFill>
              </a:defRPr>
            </a:lvl1pPr>
            <a:lvl2pPr>
              <a:defRPr sz="3200">
                <a:solidFill>
                  <a:schemeClr val="tx1"/>
                </a:solidFill>
              </a:defRPr>
            </a:lvl2pPr>
            <a:lvl3pPr>
              <a:defRPr sz="3200"/>
            </a:lvl3pPr>
            <a:lvl4pPr>
              <a:defRPr sz="3200"/>
            </a:lvl4pPr>
            <a:lvl5pPr>
              <a:defRPr sz="3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2" name="Content Placeholder 11"/>
          <p:cNvSpPr>
            <a:spLocks noGrp="1"/>
          </p:cNvSpPr>
          <p:nvPr>
            <p:ph sz="quarter" idx="12" hasCustomPrompt="1"/>
          </p:nvPr>
        </p:nvSpPr>
        <p:spPr>
          <a:xfrm>
            <a:off x="11674476" y="6858000"/>
            <a:ext cx="17983200" cy="11277600"/>
          </a:xfrm>
          <a:prstGeom prst="rect">
            <a:avLst/>
          </a:prstGeom>
          <a:solidFill>
            <a:schemeClr val="accent3"/>
          </a:solidFill>
        </p:spPr>
        <p:txBody>
          <a:bodyPr/>
          <a:lstStyle>
            <a:lvl1pPr marL="0" marR="0" indent="0" algn="l" defTabSz="749300" rtl="0" eaLnBrk="0" fontAlgn="base" latinLnBrk="0" hangingPunct="0">
              <a:lnSpc>
                <a:spcPct val="100000"/>
              </a:lnSpc>
              <a:spcBef>
                <a:spcPct val="20000"/>
              </a:spcBef>
              <a:spcAft>
                <a:spcPct val="0"/>
              </a:spcAft>
              <a:buClrTx/>
              <a:buSzTx/>
              <a:buFontTx/>
              <a:buNone/>
              <a:tabLst/>
              <a:defRPr sz="4400">
                <a:solidFill>
                  <a:schemeClr val="tx1"/>
                </a:solidFill>
              </a:defRPr>
            </a:lvl1pPr>
            <a:lvl2pPr marL="606425" marR="0" indent="-231775" algn="l" defTabSz="749300" rtl="0" eaLnBrk="0" fontAlgn="base" latinLnBrk="0" hangingPunct="0">
              <a:lnSpc>
                <a:spcPct val="100000"/>
              </a:lnSpc>
              <a:spcBef>
                <a:spcPct val="20000"/>
              </a:spcBef>
              <a:spcAft>
                <a:spcPct val="0"/>
              </a:spcAft>
              <a:buClrTx/>
              <a:buSzTx/>
              <a:buFontTx/>
              <a:buChar char="–"/>
              <a:tabLst/>
              <a:defRPr sz="4400"/>
            </a:lvl2pPr>
            <a:lvl3pPr marL="938213" marR="0" indent="-188913" algn="l" defTabSz="749300" rtl="0" eaLnBrk="0" fontAlgn="base" latinLnBrk="0" hangingPunct="0">
              <a:lnSpc>
                <a:spcPct val="100000"/>
              </a:lnSpc>
              <a:spcBef>
                <a:spcPct val="20000"/>
              </a:spcBef>
              <a:spcAft>
                <a:spcPct val="0"/>
              </a:spcAft>
              <a:buClrTx/>
              <a:buSzTx/>
              <a:buFontTx/>
              <a:buChar char="•"/>
              <a:tabLst/>
              <a:defRPr sz="4400"/>
            </a:lvl3pPr>
            <a:lvl4pPr marL="1312863" marR="0" indent="-187325" algn="l" defTabSz="749300" rtl="0" eaLnBrk="0" fontAlgn="base" latinLnBrk="0" hangingPunct="0">
              <a:lnSpc>
                <a:spcPct val="100000"/>
              </a:lnSpc>
              <a:spcBef>
                <a:spcPct val="20000"/>
              </a:spcBef>
              <a:spcAft>
                <a:spcPct val="0"/>
              </a:spcAft>
              <a:buClrTx/>
              <a:buSzTx/>
              <a:buFontTx/>
              <a:buChar char="–"/>
              <a:tabLst/>
              <a:defRPr sz="4400"/>
            </a:lvl4pPr>
            <a:lvl5pPr marL="1500188" marR="0" indent="0" algn="l" defTabSz="749300" rtl="0" eaLnBrk="0" fontAlgn="base" latinLnBrk="0" hangingPunct="0">
              <a:lnSpc>
                <a:spcPct val="100000"/>
              </a:lnSpc>
              <a:spcBef>
                <a:spcPct val="20000"/>
              </a:spcBef>
              <a:spcAft>
                <a:spcPct val="0"/>
              </a:spcAft>
              <a:buClrTx/>
              <a:buSzTx/>
              <a:buFontTx/>
              <a:buNone/>
              <a:tabLst/>
              <a:defRPr sz="4400"/>
            </a:lvl5pPr>
          </a:lstStyle>
          <a:p>
            <a:pPr lvl="0"/>
            <a:r>
              <a:rPr lang="en-US" dirty="0"/>
              <a:t>Click to add text.</a:t>
            </a:r>
          </a:p>
        </p:txBody>
      </p:sp>
      <p:sp>
        <p:nvSpPr>
          <p:cNvPr id="17" name="Text Placeholder 15"/>
          <p:cNvSpPr>
            <a:spLocks noGrp="1"/>
          </p:cNvSpPr>
          <p:nvPr>
            <p:ph type="body" sz="quarter" idx="15" hasCustomPrompt="1"/>
          </p:nvPr>
        </p:nvSpPr>
        <p:spPr>
          <a:xfrm>
            <a:off x="661991" y="20946921"/>
            <a:ext cx="9304337" cy="851473"/>
          </a:xfrm>
          <a:prstGeom prst="rect">
            <a:avLst/>
          </a:prstGeom>
          <a:solidFill>
            <a:srgbClr val="009B9B"/>
          </a:solidFill>
        </p:spPr>
        <p:txBody>
          <a:bodyPr anchor="ctr" anchorCtr="0"/>
          <a:lstStyle>
            <a:lvl1pPr marL="0" indent="0">
              <a:buNone/>
              <a:defRPr sz="4400" baseline="0">
                <a:solidFill>
                  <a:schemeClr val="bg1"/>
                </a:solidFill>
              </a:defRPr>
            </a:lvl1pPr>
          </a:lstStyle>
          <a:p>
            <a:pPr lvl="0"/>
            <a:r>
              <a:rPr lang="en-GB" sz="4400" dirty="0"/>
              <a:t>Subheading</a:t>
            </a:r>
            <a:endParaRPr lang="en-GB" dirty="0"/>
          </a:p>
        </p:txBody>
      </p:sp>
      <p:sp>
        <p:nvSpPr>
          <p:cNvPr id="13" name="Content Placeholder 2"/>
          <p:cNvSpPr>
            <a:spLocks noGrp="1"/>
          </p:cNvSpPr>
          <p:nvPr>
            <p:ph idx="19" hasCustomPrompt="1"/>
          </p:nvPr>
        </p:nvSpPr>
        <p:spPr>
          <a:xfrm>
            <a:off x="11115678" y="22080616"/>
            <a:ext cx="8696327" cy="6492337"/>
          </a:xfrm>
          <a:prstGeom prst="rect">
            <a:avLst/>
          </a:prstGeom>
        </p:spPr>
        <p:txBody>
          <a:bodyPr/>
          <a:lstStyle>
            <a:lvl1pPr>
              <a:defRPr sz="3200">
                <a:solidFill>
                  <a:schemeClr val="tx1"/>
                </a:solidFill>
              </a:defRPr>
            </a:lvl1pPr>
            <a:lvl2pPr>
              <a:defRPr sz="3200">
                <a:solidFill>
                  <a:schemeClr val="tx1"/>
                </a:solidFill>
              </a:defRPr>
            </a:lvl2pPr>
            <a:lvl3pPr>
              <a:defRPr sz="3200"/>
            </a:lvl3pPr>
            <a:lvl4pPr>
              <a:defRPr sz="3200"/>
            </a:lvl4pPr>
            <a:lvl5pPr>
              <a:defRPr sz="3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5" name="Text Placeholder 15"/>
          <p:cNvSpPr>
            <a:spLocks noGrp="1"/>
          </p:cNvSpPr>
          <p:nvPr>
            <p:ph type="body" sz="quarter" idx="20" hasCustomPrompt="1"/>
          </p:nvPr>
        </p:nvSpPr>
        <p:spPr>
          <a:xfrm>
            <a:off x="11115678" y="20946921"/>
            <a:ext cx="8696327" cy="851473"/>
          </a:xfrm>
          <a:prstGeom prst="rect">
            <a:avLst/>
          </a:prstGeom>
          <a:solidFill>
            <a:srgbClr val="009B9B"/>
          </a:solidFill>
        </p:spPr>
        <p:txBody>
          <a:bodyPr anchor="ctr" anchorCtr="0"/>
          <a:lstStyle>
            <a:lvl1pPr marL="0" indent="0">
              <a:buNone/>
              <a:defRPr sz="4400" baseline="0">
                <a:solidFill>
                  <a:schemeClr val="bg1"/>
                </a:solidFill>
              </a:defRPr>
            </a:lvl1pPr>
          </a:lstStyle>
          <a:p>
            <a:pPr lvl="0"/>
            <a:r>
              <a:rPr lang="en-GB" sz="4400" dirty="0"/>
              <a:t>Subheading</a:t>
            </a:r>
            <a:endParaRPr lang="en-GB" dirty="0"/>
          </a:p>
        </p:txBody>
      </p:sp>
      <p:sp>
        <p:nvSpPr>
          <p:cNvPr id="23" name="Content Placeholder 2"/>
          <p:cNvSpPr>
            <a:spLocks noGrp="1"/>
          </p:cNvSpPr>
          <p:nvPr>
            <p:ph idx="23" hasCustomPrompt="1"/>
          </p:nvPr>
        </p:nvSpPr>
        <p:spPr>
          <a:xfrm>
            <a:off x="20961350" y="22080616"/>
            <a:ext cx="8696325" cy="6492337"/>
          </a:xfrm>
          <a:prstGeom prst="rect">
            <a:avLst/>
          </a:prstGeom>
        </p:spPr>
        <p:txBody>
          <a:bodyPr/>
          <a:lstStyle>
            <a:lvl1pPr>
              <a:defRPr sz="3200">
                <a:solidFill>
                  <a:schemeClr val="tx1"/>
                </a:solidFill>
              </a:defRPr>
            </a:lvl1pPr>
            <a:lvl2pPr>
              <a:defRPr sz="3200">
                <a:solidFill>
                  <a:schemeClr val="tx1"/>
                </a:solidFill>
              </a:defRPr>
            </a:lvl2pPr>
            <a:lvl3pPr>
              <a:defRPr sz="3200">
                <a:solidFill>
                  <a:schemeClr val="tx1"/>
                </a:solidFill>
              </a:defRPr>
            </a:lvl3pPr>
            <a:lvl4pPr>
              <a:defRPr sz="3200"/>
            </a:lvl4pPr>
            <a:lvl5pPr>
              <a:defRPr sz="3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7" name="Content Placeholder 2"/>
          <p:cNvSpPr>
            <a:spLocks noGrp="1"/>
          </p:cNvSpPr>
          <p:nvPr>
            <p:ph idx="25" hasCustomPrompt="1"/>
          </p:nvPr>
        </p:nvSpPr>
        <p:spPr>
          <a:xfrm>
            <a:off x="11115673" y="30345680"/>
            <a:ext cx="8696327" cy="9227520"/>
          </a:xfrm>
          <a:prstGeom prst="rect">
            <a:avLst/>
          </a:prstGeom>
        </p:spPr>
        <p:txBody>
          <a:bodyPr/>
          <a:lstStyle>
            <a:lvl1pPr>
              <a:defRPr sz="3200">
                <a:solidFill>
                  <a:schemeClr val="tx1"/>
                </a:solidFill>
              </a:defRPr>
            </a:lvl1pPr>
            <a:lvl2pPr>
              <a:defRPr sz="3200">
                <a:solidFill>
                  <a:schemeClr val="tx1"/>
                </a:solidFill>
              </a:defRPr>
            </a:lvl2pPr>
            <a:lvl3pPr>
              <a:defRPr sz="3200">
                <a:solidFill>
                  <a:schemeClr val="tx1"/>
                </a:solidFill>
              </a:defRPr>
            </a:lvl3pPr>
            <a:lvl4pPr>
              <a:defRPr sz="3200"/>
            </a:lvl4pPr>
            <a:lvl5pPr>
              <a:defRPr sz="3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9" name="Content Placeholder 2"/>
          <p:cNvSpPr>
            <a:spLocks noGrp="1"/>
          </p:cNvSpPr>
          <p:nvPr>
            <p:ph idx="27" hasCustomPrompt="1"/>
          </p:nvPr>
        </p:nvSpPr>
        <p:spPr>
          <a:xfrm>
            <a:off x="20961345" y="30345680"/>
            <a:ext cx="8696325" cy="9227520"/>
          </a:xfrm>
          <a:prstGeom prst="rect">
            <a:avLst/>
          </a:prstGeom>
        </p:spPr>
        <p:txBody>
          <a:bodyPr/>
          <a:lstStyle>
            <a:lvl1pPr>
              <a:defRPr sz="3200">
                <a:solidFill>
                  <a:schemeClr val="tx1"/>
                </a:solidFill>
              </a:defRPr>
            </a:lvl1pPr>
            <a:lvl2pPr>
              <a:defRPr sz="3200">
                <a:solidFill>
                  <a:schemeClr val="tx1"/>
                </a:solidFill>
              </a:defRPr>
            </a:lvl2pPr>
            <a:lvl3pPr>
              <a:defRPr sz="3200">
                <a:solidFill>
                  <a:schemeClr val="tx1"/>
                </a:solidFill>
              </a:defRPr>
            </a:lvl3pPr>
            <a:lvl4pPr>
              <a:defRPr sz="3200"/>
            </a:lvl4pPr>
            <a:lvl5pPr>
              <a:defRPr sz="3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31" name="Text Placeholder 15"/>
          <p:cNvSpPr>
            <a:spLocks noGrp="1"/>
          </p:cNvSpPr>
          <p:nvPr>
            <p:ph type="body" sz="quarter" idx="29" hasCustomPrompt="1"/>
          </p:nvPr>
        </p:nvSpPr>
        <p:spPr>
          <a:xfrm>
            <a:off x="11674475" y="5830888"/>
            <a:ext cx="18135600" cy="950912"/>
          </a:xfrm>
          <a:prstGeom prst="rect">
            <a:avLst/>
          </a:prstGeom>
        </p:spPr>
        <p:txBody>
          <a:bodyPr anchor="ctr" anchorCtr="0"/>
          <a:lstStyle>
            <a:lvl1pPr marL="0" indent="0">
              <a:buNone/>
              <a:defRPr sz="4800" b="1" baseline="0">
                <a:solidFill>
                  <a:schemeClr val="tx2"/>
                </a:solidFill>
              </a:defRPr>
            </a:lvl1pPr>
          </a:lstStyle>
          <a:p>
            <a:pPr lvl="0"/>
            <a:r>
              <a:rPr lang="en-GB" sz="4400" dirty="0"/>
              <a:t>Introduction, Summary or Abstract</a:t>
            </a:r>
          </a:p>
        </p:txBody>
      </p:sp>
      <p:sp>
        <p:nvSpPr>
          <p:cNvPr id="32" name="Text Placeholder 15"/>
          <p:cNvSpPr>
            <a:spLocks noGrp="1"/>
          </p:cNvSpPr>
          <p:nvPr>
            <p:ph type="body" sz="quarter" idx="30" hasCustomPrompt="1"/>
          </p:nvPr>
        </p:nvSpPr>
        <p:spPr>
          <a:xfrm>
            <a:off x="661997" y="19357243"/>
            <a:ext cx="28995681" cy="950912"/>
          </a:xfrm>
          <a:prstGeom prst="rect">
            <a:avLst/>
          </a:prstGeom>
        </p:spPr>
        <p:txBody>
          <a:bodyPr anchor="ctr" anchorCtr="0"/>
          <a:lstStyle>
            <a:lvl1pPr marL="0" indent="0" algn="ctr">
              <a:buNone/>
              <a:defRPr sz="4800" b="1" baseline="0">
                <a:solidFill>
                  <a:schemeClr val="tx2"/>
                </a:solidFill>
              </a:defRPr>
            </a:lvl1pPr>
          </a:lstStyle>
          <a:p>
            <a:pPr lvl="0"/>
            <a:r>
              <a:rPr lang="en-GB" sz="4400" dirty="0"/>
              <a:t>Subtitle</a:t>
            </a:r>
            <a:endParaRPr lang="en-GB" dirty="0"/>
          </a:p>
        </p:txBody>
      </p:sp>
      <p:sp>
        <p:nvSpPr>
          <p:cNvPr id="3" name="Picture Placeholder 2"/>
          <p:cNvSpPr>
            <a:spLocks noGrp="1"/>
          </p:cNvSpPr>
          <p:nvPr>
            <p:ph type="pic" sz="quarter" idx="31" hasCustomPrompt="1"/>
          </p:nvPr>
        </p:nvSpPr>
        <p:spPr>
          <a:xfrm>
            <a:off x="661997" y="12750800"/>
            <a:ext cx="9845675" cy="5384800"/>
          </a:xfrm>
          <a:prstGeom prst="rect">
            <a:avLst/>
          </a:prstGeom>
        </p:spPr>
        <p:txBody>
          <a:bodyPr/>
          <a:lstStyle>
            <a:lvl1pPr>
              <a:defRPr/>
            </a:lvl1pPr>
          </a:lstStyle>
          <a:p>
            <a:r>
              <a:rPr lang="en-GB" dirty="0"/>
              <a:t>Picture</a:t>
            </a:r>
          </a:p>
        </p:txBody>
      </p:sp>
      <p:sp>
        <p:nvSpPr>
          <p:cNvPr id="22" name="Text Placeholder 15">
            <a:extLst>
              <a:ext uri="{FF2B5EF4-FFF2-40B4-BE49-F238E27FC236}">
                <a16:creationId xmlns:a16="http://schemas.microsoft.com/office/drawing/2014/main" id="{2056CFBB-821F-48D5-A936-6A1DAFB5B6B2}"/>
              </a:ext>
            </a:extLst>
          </p:cNvPr>
          <p:cNvSpPr>
            <a:spLocks noGrp="1"/>
          </p:cNvSpPr>
          <p:nvPr>
            <p:ph type="body" sz="quarter" idx="32" hasCustomPrompt="1"/>
          </p:nvPr>
        </p:nvSpPr>
        <p:spPr>
          <a:xfrm>
            <a:off x="617538" y="5689667"/>
            <a:ext cx="9845674" cy="939733"/>
          </a:xfrm>
          <a:prstGeom prst="rect">
            <a:avLst/>
          </a:prstGeom>
        </p:spPr>
        <p:txBody>
          <a:bodyPr anchor="ctr" anchorCtr="0"/>
          <a:lstStyle>
            <a:lvl1pPr marL="0" indent="0">
              <a:buNone/>
              <a:defRPr sz="4400" b="1" baseline="0">
                <a:solidFill>
                  <a:srgbClr val="009B9B"/>
                </a:solidFill>
              </a:defRPr>
            </a:lvl1pPr>
          </a:lstStyle>
          <a:p>
            <a:pPr lvl="0"/>
            <a:r>
              <a:rPr lang="en-GB" sz="4400" dirty="0"/>
              <a:t>Author(s)</a:t>
            </a:r>
          </a:p>
        </p:txBody>
      </p:sp>
      <p:sp>
        <p:nvSpPr>
          <p:cNvPr id="26" name="Title 22">
            <a:extLst>
              <a:ext uri="{FF2B5EF4-FFF2-40B4-BE49-F238E27FC236}">
                <a16:creationId xmlns:a16="http://schemas.microsoft.com/office/drawing/2014/main" id="{889C3616-9DC0-41E7-AB2B-43D3DDD7C3AB}"/>
              </a:ext>
            </a:extLst>
          </p:cNvPr>
          <p:cNvSpPr>
            <a:spLocks noGrp="1"/>
          </p:cNvSpPr>
          <p:nvPr>
            <p:ph type="title" hasCustomPrompt="1"/>
          </p:nvPr>
        </p:nvSpPr>
        <p:spPr>
          <a:xfrm>
            <a:off x="661989" y="990950"/>
            <a:ext cx="21407179" cy="3432745"/>
          </a:xfrm>
          <a:prstGeom prst="rect">
            <a:avLst/>
          </a:prstGeom>
        </p:spPr>
        <p:txBody>
          <a:bodyPr>
            <a:normAutofit/>
          </a:bodyPr>
          <a:lstStyle>
            <a:lvl1pPr algn="l">
              <a:defRPr sz="11000" baseline="0">
                <a:solidFill>
                  <a:srgbClr val="009B9B"/>
                </a:solidFill>
              </a:defRPr>
            </a:lvl1pPr>
          </a:lstStyle>
          <a:p>
            <a:r>
              <a:rPr lang="en-US" dirty="0"/>
              <a:t>Poster title goes here</a:t>
            </a:r>
            <a:endParaRPr lang="en-GB" dirty="0"/>
          </a:p>
        </p:txBody>
      </p:sp>
      <p:sp>
        <p:nvSpPr>
          <p:cNvPr id="33" name="Inhaltsplatzhalter 9">
            <a:extLst>
              <a:ext uri="{FF2B5EF4-FFF2-40B4-BE49-F238E27FC236}">
                <a16:creationId xmlns:a16="http://schemas.microsoft.com/office/drawing/2014/main" id="{7E063E48-C80C-41A0-823B-40A7034F8CA7}"/>
              </a:ext>
            </a:extLst>
          </p:cNvPr>
          <p:cNvSpPr>
            <a:spLocks noGrp="1"/>
          </p:cNvSpPr>
          <p:nvPr>
            <p:ph sz="quarter" idx="33" hasCustomPrompt="1"/>
          </p:nvPr>
        </p:nvSpPr>
        <p:spPr>
          <a:xfrm>
            <a:off x="661988" y="6858000"/>
            <a:ext cx="9304337" cy="5086350"/>
          </a:xfrm>
          <a:prstGeom prst="rect">
            <a:avLst/>
          </a:prstGeom>
        </p:spPr>
        <p:txBody>
          <a:bodyPr/>
          <a:lstStyle>
            <a:lvl1pPr marL="0" indent="0">
              <a:buNone/>
              <a:defRPr sz="4400">
                <a:solidFill>
                  <a:sysClr val="windowText" lastClr="000000"/>
                </a:solidFill>
              </a:defRPr>
            </a:lvl1pPr>
            <a:lvl2pPr>
              <a:defRPr>
                <a:solidFill>
                  <a:sysClr val="windowText" lastClr="000000"/>
                </a:solidFill>
              </a:defRPr>
            </a:lvl2pPr>
            <a:lvl3pPr>
              <a:defRPr>
                <a:solidFill>
                  <a:sysClr val="windowText" lastClr="000000"/>
                </a:solidFill>
              </a:defRPr>
            </a:lvl3pPr>
            <a:lvl4pPr>
              <a:defRPr>
                <a:solidFill>
                  <a:sysClr val="windowText" lastClr="000000"/>
                </a:solidFill>
              </a:defRPr>
            </a:lvl4pPr>
            <a:lvl5pPr>
              <a:defRPr>
                <a:solidFill>
                  <a:sysClr val="windowText" lastClr="000000"/>
                </a:solidFill>
              </a:defRPr>
            </a:lvl5pPr>
          </a:lstStyle>
          <a:p>
            <a:pPr lvl="0"/>
            <a:r>
              <a:rPr lang="de-DE" dirty="0" err="1"/>
              <a:t>Surname</a:t>
            </a:r>
            <a:r>
              <a:rPr lang="de-DE" dirty="0"/>
              <a:t>, Name</a:t>
            </a:r>
          </a:p>
          <a:p>
            <a:pPr lvl="0"/>
            <a:r>
              <a:rPr lang="de-DE" dirty="0" err="1"/>
              <a:t>Surname</a:t>
            </a:r>
            <a:r>
              <a:rPr lang="de-DE" dirty="0"/>
              <a:t>, Name</a:t>
            </a:r>
          </a:p>
          <a:p>
            <a:pPr lvl="0"/>
            <a:r>
              <a:rPr lang="de-DE" dirty="0" err="1"/>
              <a:t>Surname</a:t>
            </a:r>
            <a:r>
              <a:rPr lang="de-DE" dirty="0"/>
              <a:t>, Name</a:t>
            </a:r>
          </a:p>
        </p:txBody>
      </p:sp>
      <p:sp>
        <p:nvSpPr>
          <p:cNvPr id="34" name="Text Placeholder 15">
            <a:extLst>
              <a:ext uri="{FF2B5EF4-FFF2-40B4-BE49-F238E27FC236}">
                <a16:creationId xmlns:a16="http://schemas.microsoft.com/office/drawing/2014/main" id="{11EB529F-8762-4345-966C-E71D518040B9}"/>
              </a:ext>
            </a:extLst>
          </p:cNvPr>
          <p:cNvSpPr>
            <a:spLocks noGrp="1"/>
          </p:cNvSpPr>
          <p:nvPr>
            <p:ph type="body" sz="quarter" idx="34" hasCustomPrompt="1"/>
          </p:nvPr>
        </p:nvSpPr>
        <p:spPr>
          <a:xfrm>
            <a:off x="11115678" y="29194319"/>
            <a:ext cx="8696327" cy="851473"/>
          </a:xfrm>
          <a:prstGeom prst="rect">
            <a:avLst/>
          </a:prstGeom>
          <a:solidFill>
            <a:srgbClr val="009B9B"/>
          </a:solidFill>
        </p:spPr>
        <p:txBody>
          <a:bodyPr anchor="ctr" anchorCtr="0"/>
          <a:lstStyle>
            <a:lvl1pPr marL="0" indent="0">
              <a:buNone/>
              <a:defRPr sz="4400" baseline="0">
                <a:solidFill>
                  <a:schemeClr val="bg1"/>
                </a:solidFill>
              </a:defRPr>
            </a:lvl1pPr>
          </a:lstStyle>
          <a:p>
            <a:pPr lvl="0"/>
            <a:r>
              <a:rPr lang="en-GB" sz="4400" dirty="0"/>
              <a:t>Subheading</a:t>
            </a:r>
            <a:endParaRPr lang="en-GB" dirty="0"/>
          </a:p>
        </p:txBody>
      </p:sp>
      <p:sp>
        <p:nvSpPr>
          <p:cNvPr id="35" name="Text Placeholder 15">
            <a:extLst>
              <a:ext uri="{FF2B5EF4-FFF2-40B4-BE49-F238E27FC236}">
                <a16:creationId xmlns:a16="http://schemas.microsoft.com/office/drawing/2014/main" id="{962A46F5-127C-4940-A831-A23D81994579}"/>
              </a:ext>
            </a:extLst>
          </p:cNvPr>
          <p:cNvSpPr>
            <a:spLocks noGrp="1"/>
          </p:cNvSpPr>
          <p:nvPr>
            <p:ph type="body" sz="quarter" idx="35" hasCustomPrompt="1"/>
          </p:nvPr>
        </p:nvSpPr>
        <p:spPr>
          <a:xfrm>
            <a:off x="20961351" y="29194319"/>
            <a:ext cx="8696327" cy="851473"/>
          </a:xfrm>
          <a:prstGeom prst="rect">
            <a:avLst/>
          </a:prstGeom>
          <a:solidFill>
            <a:srgbClr val="009B9B"/>
          </a:solidFill>
        </p:spPr>
        <p:txBody>
          <a:bodyPr anchor="ctr" anchorCtr="0"/>
          <a:lstStyle>
            <a:lvl1pPr marL="0" indent="0">
              <a:buNone/>
              <a:defRPr sz="4400" baseline="0">
                <a:solidFill>
                  <a:schemeClr val="bg1"/>
                </a:solidFill>
              </a:defRPr>
            </a:lvl1pPr>
          </a:lstStyle>
          <a:p>
            <a:pPr lvl="0"/>
            <a:r>
              <a:rPr lang="en-GB" sz="4400" dirty="0"/>
              <a:t>Subheading</a:t>
            </a:r>
            <a:endParaRPr lang="en-GB" dirty="0"/>
          </a:p>
        </p:txBody>
      </p:sp>
      <p:sp>
        <p:nvSpPr>
          <p:cNvPr id="36" name="Text Placeholder 15">
            <a:extLst>
              <a:ext uri="{FF2B5EF4-FFF2-40B4-BE49-F238E27FC236}">
                <a16:creationId xmlns:a16="http://schemas.microsoft.com/office/drawing/2014/main" id="{42695AAC-20E3-4E1B-902F-5062DD358EA7}"/>
              </a:ext>
            </a:extLst>
          </p:cNvPr>
          <p:cNvSpPr>
            <a:spLocks noGrp="1"/>
          </p:cNvSpPr>
          <p:nvPr>
            <p:ph type="body" sz="quarter" idx="36" hasCustomPrompt="1"/>
          </p:nvPr>
        </p:nvSpPr>
        <p:spPr>
          <a:xfrm>
            <a:off x="20961351" y="20941316"/>
            <a:ext cx="8696327" cy="851473"/>
          </a:xfrm>
          <a:prstGeom prst="rect">
            <a:avLst/>
          </a:prstGeom>
          <a:solidFill>
            <a:srgbClr val="009B9B"/>
          </a:solidFill>
        </p:spPr>
        <p:txBody>
          <a:bodyPr anchor="ctr" anchorCtr="0"/>
          <a:lstStyle>
            <a:lvl1pPr marL="0" indent="0">
              <a:buNone/>
              <a:defRPr sz="4400" baseline="0">
                <a:solidFill>
                  <a:schemeClr val="bg1"/>
                </a:solidFill>
              </a:defRPr>
            </a:lvl1pPr>
          </a:lstStyle>
          <a:p>
            <a:pPr lvl="0"/>
            <a:r>
              <a:rPr lang="en-GB" sz="4400" dirty="0"/>
              <a:t>Subheading</a:t>
            </a:r>
            <a:endParaRPr lang="en-GB" dirty="0"/>
          </a:p>
        </p:txBody>
      </p:sp>
    </p:spTree>
    <p:extLst>
      <p:ext uri="{BB962C8B-B14F-4D97-AF65-F5344CB8AC3E}">
        <p14:creationId xmlns:p14="http://schemas.microsoft.com/office/powerpoint/2010/main" val="25539946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hyperlink" Target="mailto:contact@silicon-austria.com" TargetMode="External"/><Relationship Id="rId4" Type="http://schemas.openxmlformats.org/officeDocument/2006/relationships/slideLayout" Target="../slideLayouts/slideLayout4.xml"/><Relationship Id="rId9" Type="http://schemas.openxmlformats.org/officeDocument/2006/relationships/hyperlink" Target="http://www.silicon-austria-labs.com/" TargetMode="Externa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2" name="Grafik 11">
            <a:extLst>
              <a:ext uri="{FF2B5EF4-FFF2-40B4-BE49-F238E27FC236}">
                <a16:creationId xmlns:a16="http://schemas.microsoft.com/office/drawing/2014/main" id="{DA4D222E-665F-4E25-8634-4E105ADA37BC}"/>
              </a:ext>
            </a:extLst>
          </p:cNvPr>
          <p:cNvPicPr>
            <a:picLocks noChangeAspect="1"/>
          </p:cNvPicPr>
          <p:nvPr userDrawn="1"/>
        </p:nvPicPr>
        <p:blipFill>
          <a:blip r:embed="rId8"/>
          <a:stretch>
            <a:fillRect/>
          </a:stretch>
        </p:blipFill>
        <p:spPr>
          <a:xfrm>
            <a:off x="22276245" y="727502"/>
            <a:ext cx="7472496" cy="1929983"/>
          </a:xfrm>
          <a:prstGeom prst="rect">
            <a:avLst/>
          </a:prstGeom>
        </p:spPr>
      </p:pic>
      <p:sp>
        <p:nvSpPr>
          <p:cNvPr id="13" name="Flussdiagramm: Prozess 12">
            <a:extLst>
              <a:ext uri="{FF2B5EF4-FFF2-40B4-BE49-F238E27FC236}">
                <a16:creationId xmlns:a16="http://schemas.microsoft.com/office/drawing/2014/main" id="{0C596320-4092-4F73-A73B-3F47EFC7D240}"/>
              </a:ext>
            </a:extLst>
          </p:cNvPr>
          <p:cNvSpPr/>
          <p:nvPr userDrawn="1"/>
        </p:nvSpPr>
        <p:spPr bwMode="auto">
          <a:xfrm>
            <a:off x="0" y="40424100"/>
            <a:ext cx="30275204" cy="2379663"/>
          </a:xfrm>
          <a:prstGeom prst="flowChartProcess">
            <a:avLst/>
          </a:prstGeom>
          <a:solidFill>
            <a:schemeClr val="tx1">
              <a:lumMod val="10000"/>
              <a:lumOff val="9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3600450" rtl="0" eaLnBrk="1" fontAlgn="base" latinLnBrk="0" hangingPunct="1">
              <a:lnSpc>
                <a:spcPct val="100000"/>
              </a:lnSpc>
              <a:spcBef>
                <a:spcPct val="0"/>
              </a:spcBef>
              <a:spcAft>
                <a:spcPct val="0"/>
              </a:spcAft>
              <a:buClrTx/>
              <a:buSzTx/>
              <a:buFontTx/>
              <a:buNone/>
              <a:tabLst/>
            </a:pPr>
            <a:endParaRPr kumimoji="0" lang="de-AT" sz="2400" b="0" i="0" u="none" strike="noStrike" cap="none" normalizeH="0" baseline="0">
              <a:ln>
                <a:noFill/>
              </a:ln>
              <a:solidFill>
                <a:schemeClr val="tx1"/>
              </a:solidFill>
              <a:effectLst/>
              <a:latin typeface="Arial Narrow" charset="0"/>
            </a:endParaRPr>
          </a:p>
        </p:txBody>
      </p:sp>
      <p:pic>
        <p:nvPicPr>
          <p:cNvPr id="16" name="Grafik 15">
            <a:extLst>
              <a:ext uri="{FF2B5EF4-FFF2-40B4-BE49-F238E27FC236}">
                <a16:creationId xmlns:a16="http://schemas.microsoft.com/office/drawing/2014/main" id="{B85B2C23-EE3F-4F94-8A66-2022F72549D5}"/>
              </a:ext>
            </a:extLst>
          </p:cNvPr>
          <p:cNvPicPr>
            <a:picLocks noChangeAspect="1"/>
          </p:cNvPicPr>
          <p:nvPr userDrawn="1"/>
        </p:nvPicPr>
        <p:blipFill>
          <a:blip r:embed="rId8"/>
          <a:stretch>
            <a:fillRect/>
          </a:stretch>
        </p:blipFill>
        <p:spPr>
          <a:xfrm>
            <a:off x="24677977" y="40959097"/>
            <a:ext cx="5070764" cy="1309668"/>
          </a:xfrm>
          <a:prstGeom prst="rect">
            <a:avLst/>
          </a:prstGeom>
        </p:spPr>
      </p:pic>
      <p:sp>
        <p:nvSpPr>
          <p:cNvPr id="15" name="Rechteck 14">
            <a:extLst>
              <a:ext uri="{FF2B5EF4-FFF2-40B4-BE49-F238E27FC236}">
                <a16:creationId xmlns:a16="http://schemas.microsoft.com/office/drawing/2014/main" id="{193F4AED-530C-4F0E-A8A0-73DC821DC4B6}"/>
              </a:ext>
            </a:extLst>
          </p:cNvPr>
          <p:cNvSpPr/>
          <p:nvPr userDrawn="1"/>
        </p:nvSpPr>
        <p:spPr>
          <a:xfrm>
            <a:off x="15147617" y="40959097"/>
            <a:ext cx="9530360" cy="1323439"/>
          </a:xfrm>
          <a:prstGeom prst="rect">
            <a:avLst/>
          </a:prstGeom>
        </p:spPr>
        <p:txBody>
          <a:bodyPr wrap="square">
            <a:spAutoFit/>
          </a:bodyPr>
          <a:lstStyle/>
          <a:p>
            <a:pPr algn="r"/>
            <a:r>
              <a:rPr lang="en-US" sz="2000" dirty="0">
                <a:solidFill>
                  <a:srgbClr val="262626"/>
                </a:solidFill>
                <a:effectLst/>
                <a:latin typeface="Arial" panose="020B0604020202020204" pitchFamily="34" charset="0"/>
                <a:ea typeface="Times New Roman" panose="02020603050405020304" pitchFamily="18" charset="0"/>
              </a:rPr>
              <a:t>Silicon Austria Labs GmbH  </a:t>
            </a:r>
            <a:br>
              <a:rPr lang="en-US" sz="2000" dirty="0">
                <a:solidFill>
                  <a:srgbClr val="262626"/>
                </a:solidFill>
                <a:effectLst/>
                <a:latin typeface="Arial" panose="020B0604020202020204" pitchFamily="34" charset="0"/>
                <a:ea typeface="Times New Roman" panose="02020603050405020304" pitchFamily="18" charset="0"/>
              </a:rPr>
            </a:br>
            <a:r>
              <a:rPr lang="en-US" sz="2000" dirty="0" err="1">
                <a:solidFill>
                  <a:srgbClr val="262626"/>
                </a:solidFill>
                <a:effectLst/>
                <a:latin typeface="Arial" panose="020B0604020202020204" pitchFamily="34" charset="0"/>
                <a:ea typeface="Times New Roman" panose="02020603050405020304" pitchFamily="18" charset="0"/>
              </a:rPr>
              <a:t>Sandgasse</a:t>
            </a:r>
            <a:r>
              <a:rPr lang="en-US" sz="2000" dirty="0">
                <a:solidFill>
                  <a:srgbClr val="262626"/>
                </a:solidFill>
                <a:effectLst/>
                <a:latin typeface="Arial" panose="020B0604020202020204" pitchFamily="34" charset="0"/>
                <a:ea typeface="Times New Roman" panose="02020603050405020304" pitchFamily="18" charset="0"/>
              </a:rPr>
              <a:t> 34, 8010 Graz, Austria</a:t>
            </a:r>
            <a:br>
              <a:rPr lang="en-US" sz="2000" dirty="0">
                <a:solidFill>
                  <a:srgbClr val="262626"/>
                </a:solidFill>
                <a:effectLst/>
                <a:latin typeface="Arial" panose="020B0604020202020204" pitchFamily="34" charset="0"/>
                <a:ea typeface="Times New Roman" panose="02020603050405020304" pitchFamily="18" charset="0"/>
              </a:rPr>
            </a:br>
            <a:r>
              <a:rPr lang="en-US" sz="2000" u="sng" dirty="0">
                <a:solidFill>
                  <a:srgbClr val="009B9B"/>
                </a:solidFill>
                <a:effectLst/>
                <a:latin typeface="Arial" panose="020B0604020202020204" pitchFamily="34" charset="0"/>
                <a:ea typeface="Times New Roman" panose="02020603050405020304" pitchFamily="18" charset="0"/>
                <a:hlinkClick r:id="rId9"/>
              </a:rPr>
              <a:t>www.silicon-austria-labs.com</a:t>
            </a:r>
            <a:r>
              <a:rPr lang="en-US" sz="2000" dirty="0">
                <a:solidFill>
                  <a:srgbClr val="000000"/>
                </a:solidFill>
                <a:effectLst/>
                <a:latin typeface="Arial" panose="020B0604020202020204" pitchFamily="34" charset="0"/>
                <a:ea typeface="Times New Roman" panose="02020603050405020304" pitchFamily="18" charset="0"/>
              </a:rPr>
              <a:t> </a:t>
            </a:r>
          </a:p>
          <a:p>
            <a:pPr algn="r"/>
            <a:r>
              <a:rPr lang="en-US" sz="2000" u="sng" dirty="0">
                <a:solidFill>
                  <a:srgbClr val="009B9B"/>
                </a:solidFill>
                <a:effectLst/>
                <a:latin typeface="Arial" panose="020B0604020202020204" pitchFamily="34" charset="0"/>
                <a:ea typeface="Times New Roman" panose="02020603050405020304" pitchFamily="18" charset="0"/>
                <a:hlinkClick r:id="rId10"/>
              </a:rPr>
              <a:t>contact@silicon-austria.com</a:t>
            </a:r>
            <a:endParaRPr lang="de-AT" sz="2000" dirty="0"/>
          </a:p>
        </p:txBody>
      </p:sp>
    </p:spTree>
  </p:cSld>
  <p:clrMap bg1="lt1" tx1="dk1" bg2="lt2" tx2="dk2" accent1="accent1" accent2="accent2" accent3="accent3" accent4="accent4" accent5="accent5" accent6="accent6" hlink="hlink" folHlink="folHlink"/>
  <p:sldLayoutIdLst>
    <p:sldLayoutId id="2147483652" r:id="rId1"/>
    <p:sldLayoutId id="2147483689" r:id="rId2"/>
    <p:sldLayoutId id="2147483685" r:id="rId3"/>
    <p:sldLayoutId id="2147483688" r:id="rId4"/>
    <p:sldLayoutId id="2147483687" r:id="rId5"/>
    <p:sldLayoutId id="2147483690" r:id="rId6"/>
  </p:sldLayoutIdLst>
  <p:hf sldNum="0" hdr="0" dt="0"/>
  <p:txStyles>
    <p:titleStyle>
      <a:lvl1pPr algn="ctr" defTabSz="749300" rtl="0" eaLnBrk="0" fontAlgn="base" hangingPunct="0">
        <a:spcBef>
          <a:spcPct val="0"/>
        </a:spcBef>
        <a:spcAft>
          <a:spcPct val="0"/>
        </a:spcAft>
        <a:defRPr sz="7200">
          <a:solidFill>
            <a:srgbClr val="FFFFFF"/>
          </a:solidFill>
          <a:latin typeface="+mj-lt"/>
          <a:ea typeface="MS PGothic" pitchFamily="34" charset="-128"/>
          <a:cs typeface="ＭＳ Ｐゴシック" charset="-128"/>
        </a:defRPr>
      </a:lvl1pPr>
      <a:lvl2pPr algn="ctr" defTabSz="749300" rtl="0" eaLnBrk="0" fontAlgn="base" hangingPunct="0">
        <a:spcBef>
          <a:spcPct val="0"/>
        </a:spcBef>
        <a:spcAft>
          <a:spcPct val="0"/>
        </a:spcAft>
        <a:defRPr sz="7200">
          <a:solidFill>
            <a:srgbClr val="FFFFFF"/>
          </a:solidFill>
          <a:latin typeface="Arial Black" charset="0"/>
          <a:ea typeface="MS PGothic" pitchFamily="34" charset="-128"/>
          <a:cs typeface="ＭＳ Ｐゴシック" charset="-128"/>
        </a:defRPr>
      </a:lvl2pPr>
      <a:lvl3pPr algn="ctr" defTabSz="749300" rtl="0" eaLnBrk="0" fontAlgn="base" hangingPunct="0">
        <a:spcBef>
          <a:spcPct val="0"/>
        </a:spcBef>
        <a:spcAft>
          <a:spcPct val="0"/>
        </a:spcAft>
        <a:defRPr sz="7200">
          <a:solidFill>
            <a:srgbClr val="FFFFFF"/>
          </a:solidFill>
          <a:latin typeface="Arial Black" charset="0"/>
          <a:ea typeface="MS PGothic" pitchFamily="34" charset="-128"/>
          <a:cs typeface="ＭＳ Ｐゴシック" charset="-128"/>
        </a:defRPr>
      </a:lvl3pPr>
      <a:lvl4pPr algn="ctr" defTabSz="749300" rtl="0" eaLnBrk="0" fontAlgn="base" hangingPunct="0">
        <a:spcBef>
          <a:spcPct val="0"/>
        </a:spcBef>
        <a:spcAft>
          <a:spcPct val="0"/>
        </a:spcAft>
        <a:defRPr sz="7200">
          <a:solidFill>
            <a:srgbClr val="FFFFFF"/>
          </a:solidFill>
          <a:latin typeface="Arial Black" charset="0"/>
          <a:ea typeface="MS PGothic" pitchFamily="34" charset="-128"/>
          <a:cs typeface="ＭＳ Ｐゴシック" charset="-128"/>
        </a:defRPr>
      </a:lvl4pPr>
      <a:lvl5pPr algn="ctr" defTabSz="749300" rtl="0" eaLnBrk="0" fontAlgn="base" hangingPunct="0">
        <a:spcBef>
          <a:spcPct val="0"/>
        </a:spcBef>
        <a:spcAft>
          <a:spcPct val="0"/>
        </a:spcAft>
        <a:defRPr sz="7200">
          <a:solidFill>
            <a:srgbClr val="FFFFFF"/>
          </a:solidFill>
          <a:latin typeface="Arial Black" charset="0"/>
          <a:ea typeface="MS PGothic" pitchFamily="34" charset="-128"/>
          <a:cs typeface="ＭＳ Ｐゴシック" charset="-128"/>
        </a:defRPr>
      </a:lvl5pPr>
      <a:lvl6pPr marL="457200" algn="ctr" defTabSz="749300" rtl="0" fontAlgn="base">
        <a:spcBef>
          <a:spcPct val="0"/>
        </a:spcBef>
        <a:spcAft>
          <a:spcPct val="0"/>
        </a:spcAft>
        <a:defRPr sz="7200">
          <a:solidFill>
            <a:schemeClr val="tx2"/>
          </a:solidFill>
          <a:latin typeface="Arial Black" charset="0"/>
        </a:defRPr>
      </a:lvl6pPr>
      <a:lvl7pPr marL="914400" algn="ctr" defTabSz="749300" rtl="0" fontAlgn="base">
        <a:spcBef>
          <a:spcPct val="0"/>
        </a:spcBef>
        <a:spcAft>
          <a:spcPct val="0"/>
        </a:spcAft>
        <a:defRPr sz="7200">
          <a:solidFill>
            <a:schemeClr val="tx2"/>
          </a:solidFill>
          <a:latin typeface="Arial Black" charset="0"/>
        </a:defRPr>
      </a:lvl7pPr>
      <a:lvl8pPr marL="1371600" algn="ctr" defTabSz="749300" rtl="0" fontAlgn="base">
        <a:spcBef>
          <a:spcPct val="0"/>
        </a:spcBef>
        <a:spcAft>
          <a:spcPct val="0"/>
        </a:spcAft>
        <a:defRPr sz="7200">
          <a:solidFill>
            <a:schemeClr val="tx2"/>
          </a:solidFill>
          <a:latin typeface="Arial Black" charset="0"/>
        </a:defRPr>
      </a:lvl8pPr>
      <a:lvl9pPr marL="1828800" algn="ctr" defTabSz="749300" rtl="0" fontAlgn="base">
        <a:spcBef>
          <a:spcPct val="0"/>
        </a:spcBef>
        <a:spcAft>
          <a:spcPct val="0"/>
        </a:spcAft>
        <a:defRPr sz="7200">
          <a:solidFill>
            <a:schemeClr val="tx2"/>
          </a:solidFill>
          <a:latin typeface="Arial Black" charset="0"/>
        </a:defRPr>
      </a:lvl9pPr>
    </p:titleStyle>
    <p:bodyStyle>
      <a:lvl1pPr marL="280988" indent="-280988" algn="l" defTabSz="749300" rtl="0" eaLnBrk="0" fontAlgn="base" hangingPunct="0">
        <a:spcBef>
          <a:spcPct val="20000"/>
        </a:spcBef>
        <a:spcAft>
          <a:spcPct val="0"/>
        </a:spcAft>
        <a:buChar char="•"/>
        <a:defRPr sz="2400">
          <a:solidFill>
            <a:schemeClr val="tx2"/>
          </a:solidFill>
          <a:latin typeface="+mn-lt"/>
          <a:ea typeface="MS PGothic" pitchFamily="34" charset="-128"/>
          <a:cs typeface="ＭＳ Ｐゴシック" charset="-128"/>
        </a:defRPr>
      </a:lvl1pPr>
      <a:lvl2pPr marL="606425" indent="-231775" algn="l" defTabSz="749300" rtl="0" eaLnBrk="0" fontAlgn="base" hangingPunct="0">
        <a:spcBef>
          <a:spcPct val="20000"/>
        </a:spcBef>
        <a:spcAft>
          <a:spcPct val="0"/>
        </a:spcAft>
        <a:buChar char="–"/>
        <a:defRPr sz="2400">
          <a:solidFill>
            <a:schemeClr val="tx2"/>
          </a:solidFill>
          <a:latin typeface="+mn-lt"/>
          <a:ea typeface="MS PGothic" pitchFamily="34" charset="-128"/>
          <a:cs typeface="ＭＳ Ｐゴシック"/>
        </a:defRPr>
      </a:lvl2pPr>
      <a:lvl3pPr marL="938213" indent="-188913" algn="l" defTabSz="749300" rtl="0" eaLnBrk="0" fontAlgn="base" hangingPunct="0">
        <a:spcBef>
          <a:spcPct val="20000"/>
        </a:spcBef>
        <a:spcAft>
          <a:spcPct val="0"/>
        </a:spcAft>
        <a:buChar char="•"/>
        <a:defRPr sz="2000">
          <a:solidFill>
            <a:schemeClr val="tx1"/>
          </a:solidFill>
          <a:latin typeface="+mn-lt"/>
          <a:ea typeface="MS PGothic" pitchFamily="34" charset="-128"/>
          <a:cs typeface="ＭＳ Ｐゴシック"/>
        </a:defRPr>
      </a:lvl3pPr>
      <a:lvl4pPr marL="1312863" indent="-187325" algn="l" defTabSz="749300" rtl="0" eaLnBrk="0" fontAlgn="base" hangingPunct="0">
        <a:spcBef>
          <a:spcPct val="20000"/>
        </a:spcBef>
        <a:spcAft>
          <a:spcPct val="0"/>
        </a:spcAft>
        <a:buChar char="–"/>
        <a:defRPr sz="1600">
          <a:solidFill>
            <a:schemeClr val="tx1"/>
          </a:solidFill>
          <a:latin typeface="+mn-lt"/>
          <a:ea typeface="MS PGothic" pitchFamily="34" charset="-128"/>
          <a:cs typeface="ＭＳ Ｐゴシック"/>
        </a:defRPr>
      </a:lvl4pPr>
      <a:lvl5pPr marL="1687513" indent="-187325" algn="l" defTabSz="749300" rtl="0" eaLnBrk="0" fontAlgn="base" hangingPunct="0">
        <a:spcBef>
          <a:spcPct val="20000"/>
        </a:spcBef>
        <a:spcAft>
          <a:spcPct val="0"/>
        </a:spcAft>
        <a:buChar char="»"/>
        <a:defRPr sz="1600">
          <a:solidFill>
            <a:schemeClr val="tx1"/>
          </a:solidFill>
          <a:latin typeface="+mn-lt"/>
          <a:ea typeface="MS PGothic" pitchFamily="34" charset="-128"/>
          <a:cs typeface="ＭＳ Ｐゴシック"/>
        </a:defRPr>
      </a:lvl5pPr>
      <a:lvl6pPr marL="2144713" indent="-187325" algn="l" defTabSz="749300" rtl="0" fontAlgn="base">
        <a:spcBef>
          <a:spcPct val="20000"/>
        </a:spcBef>
        <a:spcAft>
          <a:spcPct val="0"/>
        </a:spcAft>
        <a:buChar char="»"/>
        <a:defRPr sz="1600">
          <a:solidFill>
            <a:schemeClr val="tx1"/>
          </a:solidFill>
          <a:latin typeface="+mn-lt"/>
          <a:ea typeface="ＭＳ Ｐゴシック" charset="-128"/>
        </a:defRPr>
      </a:lvl6pPr>
      <a:lvl7pPr marL="2601913" indent="-187325" algn="l" defTabSz="749300" rtl="0" fontAlgn="base">
        <a:spcBef>
          <a:spcPct val="20000"/>
        </a:spcBef>
        <a:spcAft>
          <a:spcPct val="0"/>
        </a:spcAft>
        <a:buChar char="»"/>
        <a:defRPr sz="1600">
          <a:solidFill>
            <a:schemeClr val="tx1"/>
          </a:solidFill>
          <a:latin typeface="+mn-lt"/>
          <a:ea typeface="ＭＳ Ｐゴシック" charset="-128"/>
        </a:defRPr>
      </a:lvl7pPr>
      <a:lvl8pPr marL="3059113" indent="-187325" algn="l" defTabSz="749300" rtl="0" fontAlgn="base">
        <a:spcBef>
          <a:spcPct val="20000"/>
        </a:spcBef>
        <a:spcAft>
          <a:spcPct val="0"/>
        </a:spcAft>
        <a:buChar char="»"/>
        <a:defRPr sz="1600">
          <a:solidFill>
            <a:schemeClr val="tx1"/>
          </a:solidFill>
          <a:latin typeface="+mn-lt"/>
          <a:ea typeface="ＭＳ Ｐゴシック" charset="-128"/>
        </a:defRPr>
      </a:lvl8pPr>
      <a:lvl9pPr marL="3516313" indent="-187325" algn="l" defTabSz="749300" rtl="0" fontAlgn="base">
        <a:spcBef>
          <a:spcPct val="20000"/>
        </a:spcBef>
        <a:spcAft>
          <a:spcPct val="0"/>
        </a:spcAft>
        <a:buChar char="»"/>
        <a:defRPr sz="1600">
          <a:solidFill>
            <a:schemeClr val="tx1"/>
          </a:solidFill>
          <a:latin typeface="+mn-lt"/>
          <a:ea typeface="ＭＳ Ｐゴシック" charset="-128"/>
        </a:defRPr>
      </a:lvl9pPr>
    </p:bodyStyle>
    <p:otherStyle>
      <a:defPPr>
        <a:defRPr lang="en-GB"/>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Content Placeholder 23">
            <a:extLst>
              <a:ext uri="{FF2B5EF4-FFF2-40B4-BE49-F238E27FC236}">
                <a16:creationId xmlns:a16="http://schemas.microsoft.com/office/drawing/2014/main" id="{A6BE195A-AB24-8C4A-DDDC-24E489A7F719}"/>
              </a:ext>
            </a:extLst>
          </p:cNvPr>
          <p:cNvPicPr>
            <a:picLocks noGrp="1" noChangeAspect="1"/>
          </p:cNvPicPr>
          <p:nvPr>
            <p:ph idx="1"/>
          </p:nvPr>
        </p:nvPicPr>
        <p:blipFill>
          <a:blip r:embed="rId2"/>
          <a:stretch>
            <a:fillRect/>
          </a:stretch>
        </p:blipFill>
        <p:spPr>
          <a:xfrm>
            <a:off x="661990" y="14566036"/>
            <a:ext cx="8951495" cy="6555034"/>
          </a:xfrm>
          <a:prstGeom prst="rect">
            <a:avLst/>
          </a:prstGeom>
        </p:spPr>
      </p:pic>
      <p:pic>
        <p:nvPicPr>
          <p:cNvPr id="26" name="Content Placeholder 25">
            <a:extLst>
              <a:ext uri="{FF2B5EF4-FFF2-40B4-BE49-F238E27FC236}">
                <a16:creationId xmlns:a16="http://schemas.microsoft.com/office/drawing/2014/main" id="{FE5B197E-B399-6ED8-4874-C92D551E5C8D}"/>
              </a:ext>
            </a:extLst>
          </p:cNvPr>
          <p:cNvPicPr>
            <a:picLocks noGrp="1" noChangeAspect="1"/>
          </p:cNvPicPr>
          <p:nvPr>
            <p:ph idx="10"/>
          </p:nvPr>
        </p:nvPicPr>
        <p:blipFill>
          <a:blip r:embed="rId3"/>
          <a:stretch>
            <a:fillRect/>
          </a:stretch>
        </p:blipFill>
        <p:spPr>
          <a:xfrm>
            <a:off x="361290" y="24083582"/>
            <a:ext cx="9605036" cy="13551662"/>
          </a:xfrm>
          <a:prstGeom prst="rect">
            <a:avLst/>
          </a:prstGeom>
        </p:spPr>
      </p:pic>
      <p:sp>
        <p:nvSpPr>
          <p:cNvPr id="4" name="Inhaltsplatzhalter 3">
            <a:extLst>
              <a:ext uri="{FF2B5EF4-FFF2-40B4-BE49-F238E27FC236}">
                <a16:creationId xmlns:a16="http://schemas.microsoft.com/office/drawing/2014/main" id="{C3715143-10B6-4A80-892B-6C0D7AE0F6A2}"/>
              </a:ext>
            </a:extLst>
          </p:cNvPr>
          <p:cNvSpPr>
            <a:spLocks noGrp="1"/>
          </p:cNvSpPr>
          <p:nvPr>
            <p:ph sz="quarter" idx="12"/>
          </p:nvPr>
        </p:nvSpPr>
        <p:spPr>
          <a:xfrm>
            <a:off x="11522076" y="6858001"/>
            <a:ext cx="18135600" cy="5549982"/>
          </a:xfrm>
        </p:spPr>
        <p:txBody>
          <a:bodyPr/>
          <a:lstStyle/>
          <a:p>
            <a:pPr algn="just"/>
            <a:r>
              <a:rPr lang="en-US" dirty="0"/>
              <a:t>We present a four-stage framework (Fig. 1) for PMUT performance forward prediction and a deep reinforcement learning model (Fig. 2) for inverse PMUT design optimization. Through comparative analysis of ML models (Fig. 3), we identify those with superior prediction accuracy. By combining these optimized forward and inverse models, we achieve a PMUT array with expanded bandwidth (Fig. 4). Additionally, Pearson Correlation feature analysis (Fig. 5) provides insights into effective ML techniques, advancing intelligent MEMS design optimization.</a:t>
            </a:r>
            <a:endParaRPr lang="de-AT" dirty="0"/>
          </a:p>
        </p:txBody>
      </p:sp>
      <p:sp>
        <p:nvSpPr>
          <p:cNvPr id="5" name="Textplatzhalter 4">
            <a:extLst>
              <a:ext uri="{FF2B5EF4-FFF2-40B4-BE49-F238E27FC236}">
                <a16:creationId xmlns:a16="http://schemas.microsoft.com/office/drawing/2014/main" id="{73C8F874-CA92-427E-8F03-7CD4D1A380CC}"/>
              </a:ext>
            </a:extLst>
          </p:cNvPr>
          <p:cNvSpPr>
            <a:spLocks noGrp="1"/>
          </p:cNvSpPr>
          <p:nvPr>
            <p:ph type="body" sz="quarter" idx="14"/>
          </p:nvPr>
        </p:nvSpPr>
        <p:spPr>
          <a:xfrm>
            <a:off x="11522077" y="5875376"/>
            <a:ext cx="18135600" cy="950912"/>
          </a:xfrm>
        </p:spPr>
        <p:txBody>
          <a:bodyPr/>
          <a:lstStyle/>
          <a:p>
            <a:r>
              <a:rPr lang="en-US" dirty="0"/>
              <a:t>Abstract</a:t>
            </a:r>
            <a:endParaRPr lang="de-AT" dirty="0"/>
          </a:p>
        </p:txBody>
      </p:sp>
      <p:sp>
        <p:nvSpPr>
          <p:cNvPr id="6" name="Textplatzhalter 5">
            <a:extLst>
              <a:ext uri="{FF2B5EF4-FFF2-40B4-BE49-F238E27FC236}">
                <a16:creationId xmlns:a16="http://schemas.microsoft.com/office/drawing/2014/main" id="{F8D63E1B-6104-4B29-9997-50983EBD5373}"/>
              </a:ext>
            </a:extLst>
          </p:cNvPr>
          <p:cNvSpPr>
            <a:spLocks noGrp="1"/>
          </p:cNvSpPr>
          <p:nvPr>
            <p:ph type="body" sz="quarter" idx="15"/>
          </p:nvPr>
        </p:nvSpPr>
        <p:spPr/>
        <p:txBody>
          <a:bodyPr/>
          <a:lstStyle/>
          <a:p>
            <a:r>
              <a:rPr lang="en-US" dirty="0"/>
              <a:t>3. Model Comparison</a:t>
            </a:r>
            <a:endParaRPr lang="de-AT" dirty="0"/>
          </a:p>
        </p:txBody>
      </p:sp>
      <p:sp>
        <p:nvSpPr>
          <p:cNvPr id="7" name="Textplatzhalter 6">
            <a:extLst>
              <a:ext uri="{FF2B5EF4-FFF2-40B4-BE49-F238E27FC236}">
                <a16:creationId xmlns:a16="http://schemas.microsoft.com/office/drawing/2014/main" id="{642C7C20-0E9A-4605-B4B1-874CFEC30590}"/>
              </a:ext>
            </a:extLst>
          </p:cNvPr>
          <p:cNvSpPr>
            <a:spLocks noGrp="1"/>
          </p:cNvSpPr>
          <p:nvPr>
            <p:ph type="body" sz="quarter" idx="16"/>
          </p:nvPr>
        </p:nvSpPr>
        <p:spPr/>
        <p:txBody>
          <a:bodyPr/>
          <a:lstStyle/>
          <a:p>
            <a:r>
              <a:rPr lang="en-US" dirty="0"/>
              <a:t>1. Forward Prediction: Architecture</a:t>
            </a:r>
            <a:endParaRPr lang="de-AT" dirty="0"/>
          </a:p>
        </p:txBody>
      </p:sp>
      <p:sp>
        <p:nvSpPr>
          <p:cNvPr id="9" name="Textplatzhalter 8">
            <a:extLst>
              <a:ext uri="{FF2B5EF4-FFF2-40B4-BE49-F238E27FC236}">
                <a16:creationId xmlns:a16="http://schemas.microsoft.com/office/drawing/2014/main" id="{B5F8C684-1019-4EBC-9AF3-1226D7E23393}"/>
              </a:ext>
            </a:extLst>
          </p:cNvPr>
          <p:cNvSpPr>
            <a:spLocks noGrp="1"/>
          </p:cNvSpPr>
          <p:nvPr>
            <p:ph type="body" sz="quarter" idx="18"/>
          </p:nvPr>
        </p:nvSpPr>
        <p:spPr/>
        <p:txBody>
          <a:bodyPr/>
          <a:lstStyle/>
          <a:p>
            <a:r>
              <a:rPr lang="en-US" dirty="0"/>
              <a:t>2. Inverse Optimization </a:t>
            </a:r>
            <a:r>
              <a:rPr lang="de-AT" dirty="0" err="1"/>
              <a:t>Using</a:t>
            </a:r>
            <a:r>
              <a:rPr lang="zh-CN" altLang="de-DE" dirty="0"/>
              <a:t> </a:t>
            </a:r>
            <a:r>
              <a:rPr lang="en-US" dirty="0"/>
              <a:t>Deep Reinforcement Learning</a:t>
            </a:r>
            <a:endParaRPr lang="de-AT" dirty="0"/>
          </a:p>
        </p:txBody>
      </p:sp>
      <p:sp>
        <p:nvSpPr>
          <p:cNvPr id="11" name="Textplatzhalter 10">
            <a:extLst>
              <a:ext uri="{FF2B5EF4-FFF2-40B4-BE49-F238E27FC236}">
                <a16:creationId xmlns:a16="http://schemas.microsoft.com/office/drawing/2014/main" id="{31AC8AE0-9A1E-4CA3-BB8F-E582E461614A}"/>
              </a:ext>
            </a:extLst>
          </p:cNvPr>
          <p:cNvSpPr>
            <a:spLocks noGrp="1"/>
          </p:cNvSpPr>
          <p:nvPr>
            <p:ph type="body" sz="quarter" idx="20"/>
          </p:nvPr>
        </p:nvSpPr>
        <p:spPr/>
        <p:txBody>
          <a:bodyPr/>
          <a:lstStyle/>
          <a:p>
            <a:r>
              <a:rPr lang="en-US" dirty="0"/>
              <a:t>4. PMUT Array Simulation Verification by </a:t>
            </a:r>
            <a:r>
              <a:rPr lang="en-US" dirty="0" err="1"/>
              <a:t>Comsol</a:t>
            </a:r>
            <a:r>
              <a:rPr lang="en-US" dirty="0"/>
              <a:t> </a:t>
            </a:r>
            <a:r>
              <a:rPr lang="en-US" dirty="0" err="1"/>
              <a:t>Mutiphysics</a:t>
            </a:r>
            <a:r>
              <a:rPr lang="en-US" dirty="0"/>
              <a:t> </a:t>
            </a:r>
            <a:endParaRPr lang="de-AT" dirty="0"/>
          </a:p>
        </p:txBody>
      </p:sp>
      <p:sp>
        <p:nvSpPr>
          <p:cNvPr id="13" name="Textplatzhalter 12">
            <a:extLst>
              <a:ext uri="{FF2B5EF4-FFF2-40B4-BE49-F238E27FC236}">
                <a16:creationId xmlns:a16="http://schemas.microsoft.com/office/drawing/2014/main" id="{03D9203D-6C47-43AB-AFE3-FCA3AEA774FD}"/>
              </a:ext>
            </a:extLst>
          </p:cNvPr>
          <p:cNvSpPr>
            <a:spLocks noGrp="1"/>
          </p:cNvSpPr>
          <p:nvPr>
            <p:ph type="body" sz="quarter" idx="22"/>
          </p:nvPr>
        </p:nvSpPr>
        <p:spPr/>
        <p:txBody>
          <a:bodyPr/>
          <a:lstStyle/>
          <a:p>
            <a:r>
              <a:rPr lang="en-US" dirty="0"/>
              <a:t>5. Feature Analysis by Pearson Correlation</a:t>
            </a:r>
            <a:endParaRPr lang="de-AT" dirty="0"/>
          </a:p>
        </p:txBody>
      </p:sp>
      <p:sp>
        <p:nvSpPr>
          <p:cNvPr id="14" name="Inhaltsplatzhalter 13">
            <a:extLst>
              <a:ext uri="{FF2B5EF4-FFF2-40B4-BE49-F238E27FC236}">
                <a16:creationId xmlns:a16="http://schemas.microsoft.com/office/drawing/2014/main" id="{4345E2DB-1463-40D2-AE9C-EB30862797C7}"/>
              </a:ext>
            </a:extLst>
          </p:cNvPr>
          <p:cNvSpPr>
            <a:spLocks noGrp="1"/>
          </p:cNvSpPr>
          <p:nvPr>
            <p:ph sz="quarter" idx="23"/>
          </p:nvPr>
        </p:nvSpPr>
        <p:spPr>
          <a:xfrm>
            <a:off x="661988" y="5961283"/>
            <a:ext cx="9304337" cy="5983067"/>
          </a:xfrm>
        </p:spPr>
        <p:txBody>
          <a:bodyPr/>
          <a:lstStyle/>
          <a:p>
            <a:r>
              <a:rPr lang="en-US" baseline="30000" dirty="0"/>
              <a:t>1</a:t>
            </a:r>
            <a:r>
              <a:rPr lang="en-US" dirty="0"/>
              <a:t>Piezoelectric Microsystem Technologies, Silicon Austria Labs, </a:t>
            </a:r>
          </a:p>
          <a:p>
            <a:r>
              <a:rPr lang="en-US" dirty="0"/>
              <a:t>Villach, Austria </a:t>
            </a:r>
          </a:p>
          <a:p>
            <a:r>
              <a:rPr lang="de-AT" baseline="30000" dirty="0"/>
              <a:t>2</a:t>
            </a:r>
            <a:r>
              <a:rPr lang="en-US" dirty="0"/>
              <a:t>Professorship of Microsensors and Actuators, Technical University of Munich, Munich, Germany</a:t>
            </a:r>
          </a:p>
          <a:p>
            <a:r>
              <a:rPr lang="it-IT" baseline="30000" dirty="0"/>
              <a:t>3</a:t>
            </a:r>
            <a:r>
              <a:rPr lang="it-IT" dirty="0"/>
              <a:t>Embedded AI (</a:t>
            </a:r>
            <a:r>
              <a:rPr lang="it-IT" dirty="0" err="1"/>
              <a:t>eAI</a:t>
            </a:r>
            <a:r>
              <a:rPr lang="it-IT" dirty="0"/>
              <a:t>), Silicon Austria Labs, </a:t>
            </a:r>
            <a:r>
              <a:rPr lang="en-US" dirty="0"/>
              <a:t>L</a:t>
            </a:r>
            <a:r>
              <a:rPr lang="de-DE" altLang="zh-CN" dirty="0" err="1"/>
              <a:t>inz</a:t>
            </a:r>
            <a:r>
              <a:rPr lang="en-US" dirty="0"/>
              <a:t>, Austria </a:t>
            </a:r>
          </a:p>
          <a:p>
            <a:endParaRPr lang="de-AT" dirty="0"/>
          </a:p>
        </p:txBody>
      </p:sp>
      <p:sp>
        <p:nvSpPr>
          <p:cNvPr id="16" name="Titel 15">
            <a:extLst>
              <a:ext uri="{FF2B5EF4-FFF2-40B4-BE49-F238E27FC236}">
                <a16:creationId xmlns:a16="http://schemas.microsoft.com/office/drawing/2014/main" id="{D6B2B75F-5AAB-4250-A512-22C19AD108D7}"/>
              </a:ext>
            </a:extLst>
          </p:cNvPr>
          <p:cNvSpPr>
            <a:spLocks noGrp="1"/>
          </p:cNvSpPr>
          <p:nvPr>
            <p:ph type="title"/>
          </p:nvPr>
        </p:nvSpPr>
        <p:spPr>
          <a:xfrm>
            <a:off x="661990" y="564169"/>
            <a:ext cx="20513590" cy="3432745"/>
          </a:xfrm>
        </p:spPr>
        <p:txBody>
          <a:bodyPr>
            <a:normAutofit fontScale="90000"/>
          </a:bodyPr>
          <a:lstStyle/>
          <a:p>
            <a:r>
              <a:rPr lang="en-US" dirty="0"/>
              <a:t>Machine Learning Strategies for Freeform PMUTs Design</a:t>
            </a:r>
            <a:endParaRPr lang="de-AT" dirty="0"/>
          </a:p>
        </p:txBody>
      </p:sp>
      <p:pic>
        <p:nvPicPr>
          <p:cNvPr id="19" name="Picture 18">
            <a:extLst>
              <a:ext uri="{FF2B5EF4-FFF2-40B4-BE49-F238E27FC236}">
                <a16:creationId xmlns:a16="http://schemas.microsoft.com/office/drawing/2014/main" id="{11E94DEB-5B88-4925-3669-3BD40C788EDE}"/>
              </a:ext>
            </a:extLst>
          </p:cNvPr>
          <p:cNvPicPr>
            <a:picLocks noChangeAspect="1"/>
          </p:cNvPicPr>
          <p:nvPr/>
        </p:nvPicPr>
        <p:blipFill>
          <a:blip r:embed="rId4"/>
          <a:stretch>
            <a:fillRect/>
          </a:stretch>
        </p:blipFill>
        <p:spPr>
          <a:xfrm>
            <a:off x="22382410" y="3196844"/>
            <a:ext cx="7230814" cy="2453701"/>
          </a:xfrm>
          <a:prstGeom prst="rect">
            <a:avLst/>
          </a:prstGeom>
        </p:spPr>
      </p:pic>
      <p:sp>
        <p:nvSpPr>
          <p:cNvPr id="23" name="TextBox 22">
            <a:extLst>
              <a:ext uri="{FF2B5EF4-FFF2-40B4-BE49-F238E27FC236}">
                <a16:creationId xmlns:a16="http://schemas.microsoft.com/office/drawing/2014/main" id="{CEDF48EB-C952-9AB6-B6C0-324036C8F815}"/>
              </a:ext>
            </a:extLst>
          </p:cNvPr>
          <p:cNvSpPr txBox="1"/>
          <p:nvPr/>
        </p:nvSpPr>
        <p:spPr>
          <a:xfrm>
            <a:off x="617538" y="4024174"/>
            <a:ext cx="16952242" cy="1754326"/>
          </a:xfrm>
          <a:prstGeom prst="rect">
            <a:avLst/>
          </a:prstGeom>
          <a:noFill/>
        </p:spPr>
        <p:txBody>
          <a:bodyPr wrap="square">
            <a:spAutoFit/>
          </a:bodyPr>
          <a:lstStyle/>
          <a:p>
            <a:r>
              <a:rPr lang="de-AT" sz="5400" dirty="0">
                <a:latin typeface="+mj-lt"/>
              </a:rPr>
              <a:t>Jiapeng Xu</a:t>
            </a:r>
            <a:r>
              <a:rPr lang="de-AT" sz="5400" baseline="30000" dirty="0">
                <a:latin typeface="+mj-lt"/>
              </a:rPr>
              <a:t>1,2</a:t>
            </a:r>
            <a:r>
              <a:rPr lang="de-AT" sz="5400" dirty="0">
                <a:latin typeface="+mj-lt"/>
              </a:rPr>
              <a:t>, Gabriele Schrag</a:t>
            </a:r>
            <a:r>
              <a:rPr lang="de-AT" sz="5400" baseline="30000" dirty="0">
                <a:latin typeface="+mj-lt"/>
              </a:rPr>
              <a:t>2</a:t>
            </a:r>
            <a:r>
              <a:rPr lang="de-AT" sz="5400" dirty="0">
                <a:latin typeface="+mj-lt"/>
              </a:rPr>
              <a:t>, </a:t>
            </a:r>
            <a:r>
              <a:rPr lang="de-AT" sz="5400" dirty="0" err="1">
                <a:latin typeface="+mj-lt"/>
              </a:rPr>
              <a:t>Zongru</a:t>
            </a:r>
            <a:r>
              <a:rPr lang="de-AT" sz="5400" dirty="0">
                <a:latin typeface="+mj-lt"/>
              </a:rPr>
              <a:t> (Doris) Shao</a:t>
            </a:r>
            <a:r>
              <a:rPr lang="de-AT" sz="5400" baseline="30000" dirty="0">
                <a:latin typeface="+mj-lt"/>
              </a:rPr>
              <a:t>3</a:t>
            </a:r>
            <a:r>
              <a:rPr lang="de-AT" sz="5400" dirty="0">
                <a:latin typeface="+mj-lt"/>
              </a:rPr>
              <a:t>, Rodrigo </a:t>
            </a:r>
            <a:r>
              <a:rPr lang="de-AT" sz="5400" dirty="0" err="1">
                <a:latin typeface="+mj-lt"/>
              </a:rPr>
              <a:t>Tumolin</a:t>
            </a:r>
            <a:r>
              <a:rPr lang="de-AT" sz="5400" dirty="0">
                <a:latin typeface="+mj-lt"/>
              </a:rPr>
              <a:t> Rocha</a:t>
            </a:r>
            <a:r>
              <a:rPr lang="de-AT" sz="5400" baseline="30000" dirty="0">
                <a:latin typeface="+mj-lt"/>
              </a:rPr>
              <a:t>1</a:t>
            </a:r>
            <a:r>
              <a:rPr lang="de-AT" sz="5400" dirty="0">
                <a:latin typeface="+mj-lt"/>
              </a:rPr>
              <a:t>, Tingzhong Xu*</a:t>
            </a:r>
            <a:r>
              <a:rPr lang="de-AT" sz="5400" baseline="30000" dirty="0">
                <a:latin typeface="+mj-lt"/>
              </a:rPr>
              <a:t>1</a:t>
            </a:r>
          </a:p>
        </p:txBody>
      </p:sp>
      <p:pic>
        <p:nvPicPr>
          <p:cNvPr id="34" name="Content Placeholder 33">
            <a:extLst>
              <a:ext uri="{FF2B5EF4-FFF2-40B4-BE49-F238E27FC236}">
                <a16:creationId xmlns:a16="http://schemas.microsoft.com/office/drawing/2014/main" id="{D5C618C7-9418-B6E9-BAC6-C646430F733F}"/>
              </a:ext>
            </a:extLst>
          </p:cNvPr>
          <p:cNvPicPr>
            <a:picLocks noGrp="1" noChangeAspect="1"/>
          </p:cNvPicPr>
          <p:nvPr>
            <p:ph idx="21"/>
          </p:nvPr>
        </p:nvPicPr>
        <p:blipFill>
          <a:blip r:embed="rId5"/>
          <a:stretch>
            <a:fillRect/>
          </a:stretch>
        </p:blipFill>
        <p:spPr>
          <a:xfrm>
            <a:off x="10457467" y="23737017"/>
            <a:ext cx="18909851" cy="6762462"/>
          </a:xfrm>
          <a:prstGeom prst="rect">
            <a:avLst/>
          </a:prstGeom>
        </p:spPr>
      </p:pic>
      <p:sp>
        <p:nvSpPr>
          <p:cNvPr id="53" name="TextBox 52">
            <a:extLst>
              <a:ext uri="{FF2B5EF4-FFF2-40B4-BE49-F238E27FC236}">
                <a16:creationId xmlns:a16="http://schemas.microsoft.com/office/drawing/2014/main" id="{065DD3AC-BF8D-FD86-2A50-5952489494C3}"/>
              </a:ext>
            </a:extLst>
          </p:cNvPr>
          <p:cNvSpPr txBox="1"/>
          <p:nvPr/>
        </p:nvSpPr>
        <p:spPr>
          <a:xfrm>
            <a:off x="13728285" y="41069016"/>
            <a:ext cx="2317258" cy="1200329"/>
          </a:xfrm>
          <a:prstGeom prst="rect">
            <a:avLst/>
          </a:prstGeom>
          <a:noFill/>
        </p:spPr>
        <p:txBody>
          <a:bodyPr wrap="square">
            <a:spAutoFit/>
          </a:bodyPr>
          <a:lstStyle/>
          <a:p>
            <a:r>
              <a:rPr lang="de-AT" sz="7200" dirty="0">
                <a:latin typeface="+mj-lt"/>
              </a:rPr>
              <a:t>7330</a:t>
            </a:r>
          </a:p>
        </p:txBody>
      </p:sp>
      <p:pic>
        <p:nvPicPr>
          <p:cNvPr id="8" name="Content Placeholder 7">
            <a:extLst>
              <a:ext uri="{FF2B5EF4-FFF2-40B4-BE49-F238E27FC236}">
                <a16:creationId xmlns:a16="http://schemas.microsoft.com/office/drawing/2014/main" id="{8486B640-21FC-419E-F56B-3EA730B174AF}"/>
              </a:ext>
            </a:extLst>
          </p:cNvPr>
          <p:cNvPicPr>
            <a:picLocks noGrp="1" noChangeAspect="1"/>
          </p:cNvPicPr>
          <p:nvPr>
            <p:ph idx="17"/>
          </p:nvPr>
        </p:nvPicPr>
        <p:blipFill rotWithShape="1">
          <a:blip r:embed="rId6"/>
          <a:srcRect t="10927" b="12626"/>
          <a:stretch/>
        </p:blipFill>
        <p:spPr>
          <a:xfrm>
            <a:off x="12520783" y="13688085"/>
            <a:ext cx="15953536" cy="8354166"/>
          </a:xfrm>
          <a:prstGeom prst="rect">
            <a:avLst/>
          </a:prstGeom>
        </p:spPr>
      </p:pic>
      <p:pic>
        <p:nvPicPr>
          <p:cNvPr id="15" name="Content Placeholder 14">
            <a:extLst>
              <a:ext uri="{FF2B5EF4-FFF2-40B4-BE49-F238E27FC236}">
                <a16:creationId xmlns:a16="http://schemas.microsoft.com/office/drawing/2014/main" id="{D6CE4A30-A299-D3D2-2A2B-12F11F398DA4}"/>
              </a:ext>
            </a:extLst>
          </p:cNvPr>
          <p:cNvPicPr>
            <a:picLocks noGrp="1" noChangeAspect="1"/>
          </p:cNvPicPr>
          <p:nvPr>
            <p:ph idx="19"/>
          </p:nvPr>
        </p:nvPicPr>
        <p:blipFill rotWithShape="1">
          <a:blip r:embed="rId7"/>
          <a:srcRect l="14395" t="22563" r="14309" b="24387"/>
          <a:stretch/>
        </p:blipFill>
        <p:spPr>
          <a:xfrm>
            <a:off x="12514065" y="32247069"/>
            <a:ext cx="14796654" cy="7541845"/>
          </a:xfrm>
          <a:prstGeom prst="rect">
            <a:avLst/>
          </a:prstGeom>
        </p:spPr>
      </p:pic>
    </p:spTree>
    <p:extLst>
      <p:ext uri="{BB962C8B-B14F-4D97-AF65-F5344CB8AC3E}">
        <p14:creationId xmlns:p14="http://schemas.microsoft.com/office/powerpoint/2010/main" val="1577200888"/>
      </p:ext>
    </p:extLst>
  </p:cSld>
  <p:clrMapOvr>
    <a:masterClrMapping/>
  </p:clrMapOvr>
</p:sld>
</file>

<file path=ppt/theme/theme1.xml><?xml version="1.0" encoding="utf-8"?>
<a:theme xmlns:a="http://schemas.openxmlformats.org/drawingml/2006/main" name="Custom Design">
  <a:themeElements>
    <a:clrScheme name="SAL">
      <a:dk1>
        <a:srgbClr val="262626"/>
      </a:dk1>
      <a:lt1>
        <a:srgbClr val="FFFFFF"/>
      </a:lt1>
      <a:dk2>
        <a:srgbClr val="009B9B"/>
      </a:dk2>
      <a:lt2>
        <a:srgbClr val="D8D8D8"/>
      </a:lt2>
      <a:accent1>
        <a:srgbClr val="009B9B"/>
      </a:accent1>
      <a:accent2>
        <a:srgbClr val="CBDEDE"/>
      </a:accent2>
      <a:accent3>
        <a:srgbClr val="E7EFEF"/>
      </a:accent3>
      <a:accent4>
        <a:srgbClr val="A5A5A5"/>
      </a:accent4>
      <a:accent5>
        <a:srgbClr val="BFBFBF"/>
      </a:accent5>
      <a:accent6>
        <a:srgbClr val="D8D8D8"/>
      </a:accent6>
      <a:hlink>
        <a:srgbClr val="009B9B"/>
      </a:hlink>
      <a:folHlink>
        <a:srgbClr val="BFBFBF"/>
      </a:folHlink>
    </a:clrScheme>
    <a:fontScheme name="Custom 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3600450" rtl="0" eaLnBrk="1" fontAlgn="base" latinLnBrk="0" hangingPunct="1">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Narrow"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3600450" rtl="0" eaLnBrk="1" fontAlgn="base" latinLnBrk="0" hangingPunct="1">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Narrow" charset="0"/>
          </a:defRPr>
        </a:defPPr>
      </a:lstStyle>
    </a:lnDef>
  </a:objectDefaults>
  <a:extraClrSchemeLst>
    <a:extraClrScheme>
      <a:clrScheme name="Custom Design 1">
        <a:dk1>
          <a:srgbClr val="000000"/>
        </a:dk1>
        <a:lt1>
          <a:srgbClr val="AABAC9"/>
        </a:lt1>
        <a:dk2>
          <a:srgbClr val="000000"/>
        </a:dk2>
        <a:lt2>
          <a:srgbClr val="808080"/>
        </a:lt2>
        <a:accent1>
          <a:srgbClr val="D7D7D7"/>
        </a:accent1>
        <a:accent2>
          <a:srgbClr val="003466"/>
        </a:accent2>
        <a:accent3>
          <a:srgbClr val="D2D9E1"/>
        </a:accent3>
        <a:accent4>
          <a:srgbClr val="000000"/>
        </a:accent4>
        <a:accent5>
          <a:srgbClr val="E8E8E8"/>
        </a:accent5>
        <a:accent6>
          <a:srgbClr val="002E5C"/>
        </a:accent6>
        <a:hlink>
          <a:srgbClr val="008000"/>
        </a:hlink>
        <a:folHlink>
          <a:srgbClr val="800000"/>
        </a:folHlink>
      </a:clrScheme>
      <a:clrMap bg1="lt1" tx1="dk1" bg2="lt2" tx2="dk2" accent1="accent1" accent2="accent2" accent3="accent3" accent4="accent4" accent5="accent5" accent6="accent6" hlink="hlink" folHlink="folHlink"/>
    </a:extraClrScheme>
    <a:extraClrScheme>
      <a:clrScheme name="Custom Design 2">
        <a:dk1>
          <a:srgbClr val="603000"/>
        </a:dk1>
        <a:lt1>
          <a:srgbClr val="CF9860"/>
        </a:lt1>
        <a:dk2>
          <a:srgbClr val="000000"/>
        </a:dk2>
        <a:lt2>
          <a:srgbClr val="808080"/>
        </a:lt2>
        <a:accent1>
          <a:srgbClr val="FFFFCF"/>
        </a:accent1>
        <a:accent2>
          <a:srgbClr val="603000"/>
        </a:accent2>
        <a:accent3>
          <a:srgbClr val="E4CAB6"/>
        </a:accent3>
        <a:accent4>
          <a:srgbClr val="512700"/>
        </a:accent4>
        <a:accent5>
          <a:srgbClr val="FFFFE4"/>
        </a:accent5>
        <a:accent6>
          <a:srgbClr val="562A00"/>
        </a:accent6>
        <a:hlink>
          <a:srgbClr val="C21414"/>
        </a:hlink>
        <a:folHlink>
          <a:srgbClr val="660066"/>
        </a:folHlink>
      </a:clrScheme>
      <a:clrMap bg1="lt1" tx1="dk1" bg2="lt2" tx2="dk2" accent1="accent1" accent2="accent2" accent3="accent3" accent4="accent4" accent5="accent5" accent6="accent6" hlink="hlink" folHlink="folHlink"/>
    </a:extraClrScheme>
    <a:extraClrScheme>
      <a:clrScheme name="Custom Design 3">
        <a:dk1>
          <a:srgbClr val="505750"/>
        </a:dk1>
        <a:lt1>
          <a:srgbClr val="FFFFFF"/>
        </a:lt1>
        <a:dk2>
          <a:srgbClr val="000000"/>
        </a:dk2>
        <a:lt2>
          <a:srgbClr val="808080"/>
        </a:lt2>
        <a:accent1>
          <a:srgbClr val="DFDFDF"/>
        </a:accent1>
        <a:accent2>
          <a:srgbClr val="9F3000"/>
        </a:accent2>
        <a:accent3>
          <a:srgbClr val="FFFFFF"/>
        </a:accent3>
        <a:accent4>
          <a:srgbClr val="434943"/>
        </a:accent4>
        <a:accent5>
          <a:srgbClr val="ECECEC"/>
        </a:accent5>
        <a:accent6>
          <a:srgbClr val="902A00"/>
        </a:accent6>
        <a:hlink>
          <a:srgbClr val="C21414"/>
        </a:hlink>
        <a:folHlink>
          <a:srgbClr val="660066"/>
        </a:folHlink>
      </a:clrScheme>
      <a:clrMap bg1="lt1" tx1="dk1" bg2="lt2" tx2="dk2" accent1="accent1" accent2="accent2" accent3="accent3" accent4="accent4" accent5="accent5" accent6="accent6" hlink="hlink" folHlink="folHlink"/>
    </a:extraClrScheme>
    <a:extraClrScheme>
      <a:clrScheme name="Custom Design 4">
        <a:dk1>
          <a:srgbClr val="3A0000"/>
        </a:dk1>
        <a:lt1>
          <a:srgbClr val="FFFFFF"/>
        </a:lt1>
        <a:dk2>
          <a:srgbClr val="000000"/>
        </a:dk2>
        <a:lt2>
          <a:srgbClr val="808080"/>
        </a:lt2>
        <a:accent1>
          <a:srgbClr val="FFFFCF"/>
        </a:accent1>
        <a:accent2>
          <a:srgbClr val="9F0000"/>
        </a:accent2>
        <a:accent3>
          <a:srgbClr val="FFFFFF"/>
        </a:accent3>
        <a:accent4>
          <a:srgbClr val="300000"/>
        </a:accent4>
        <a:accent5>
          <a:srgbClr val="FFFFE4"/>
        </a:accent5>
        <a:accent6>
          <a:srgbClr val="90000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5">
        <a:dk1>
          <a:srgbClr val="002336"/>
        </a:dk1>
        <a:lt1>
          <a:srgbClr val="E8F0F8"/>
        </a:lt1>
        <a:dk2>
          <a:srgbClr val="000000"/>
        </a:dk2>
        <a:lt2>
          <a:srgbClr val="808080"/>
        </a:lt2>
        <a:accent1>
          <a:srgbClr val="FFFFEF"/>
        </a:accent1>
        <a:accent2>
          <a:srgbClr val="00679F"/>
        </a:accent2>
        <a:accent3>
          <a:srgbClr val="F2F6FB"/>
        </a:accent3>
        <a:accent4>
          <a:srgbClr val="001C2D"/>
        </a:accent4>
        <a:accent5>
          <a:srgbClr val="FFFFF6"/>
        </a:accent5>
        <a:accent6>
          <a:srgbClr val="005D9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6">
        <a:dk1>
          <a:srgbClr val="002336"/>
        </a:dk1>
        <a:lt1>
          <a:srgbClr val="CFCFFF"/>
        </a:lt1>
        <a:dk2>
          <a:srgbClr val="000000"/>
        </a:dk2>
        <a:lt2>
          <a:srgbClr val="808080"/>
        </a:lt2>
        <a:accent1>
          <a:srgbClr val="FFFFFF"/>
        </a:accent1>
        <a:accent2>
          <a:srgbClr val="003060"/>
        </a:accent2>
        <a:accent3>
          <a:srgbClr val="E4E4FF"/>
        </a:accent3>
        <a:accent4>
          <a:srgbClr val="001C2D"/>
        </a:accent4>
        <a:accent5>
          <a:srgbClr val="FFFFFF"/>
        </a:accent5>
        <a:accent6>
          <a:srgbClr val="002A56"/>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7">
        <a:dk1>
          <a:srgbClr val="000000"/>
        </a:dk1>
        <a:lt1>
          <a:srgbClr val="FFFFFF"/>
        </a:lt1>
        <a:dk2>
          <a:srgbClr val="000000"/>
        </a:dk2>
        <a:lt2>
          <a:srgbClr val="808080"/>
        </a:lt2>
        <a:accent1>
          <a:srgbClr val="EAEAEA"/>
        </a:accent1>
        <a:accent2>
          <a:srgbClr val="4B4B4B"/>
        </a:accent2>
        <a:accent3>
          <a:srgbClr val="FFFFFF"/>
        </a:accent3>
        <a:accent4>
          <a:srgbClr val="000000"/>
        </a:accent4>
        <a:accent5>
          <a:srgbClr val="F3F3F3"/>
        </a:accent5>
        <a:accent6>
          <a:srgbClr val="434343"/>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8">
        <a:dk1>
          <a:srgbClr val="000000"/>
        </a:dk1>
        <a:lt1>
          <a:srgbClr val="E3DABB"/>
        </a:lt1>
        <a:dk2>
          <a:srgbClr val="000000"/>
        </a:dk2>
        <a:lt2>
          <a:srgbClr val="808080"/>
        </a:lt2>
        <a:accent1>
          <a:srgbClr val="EAEAEA"/>
        </a:accent1>
        <a:accent2>
          <a:srgbClr val="065290"/>
        </a:accent2>
        <a:accent3>
          <a:srgbClr val="EFEADA"/>
        </a:accent3>
        <a:accent4>
          <a:srgbClr val="000000"/>
        </a:accent4>
        <a:accent5>
          <a:srgbClr val="F3F3F3"/>
        </a:accent5>
        <a:accent6>
          <a:srgbClr val="054982"/>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9">
        <a:dk1>
          <a:srgbClr val="00009F"/>
        </a:dk1>
        <a:lt1>
          <a:srgbClr val="FFCFFF"/>
        </a:lt1>
        <a:dk2>
          <a:srgbClr val="000000"/>
        </a:dk2>
        <a:lt2>
          <a:srgbClr val="808080"/>
        </a:lt2>
        <a:accent1>
          <a:srgbClr val="FFFFFF"/>
        </a:accent1>
        <a:accent2>
          <a:srgbClr val="60009F"/>
        </a:accent2>
        <a:accent3>
          <a:srgbClr val="FFE4FF"/>
        </a:accent3>
        <a:accent4>
          <a:srgbClr val="000087"/>
        </a:accent4>
        <a:accent5>
          <a:srgbClr val="FFFFFF"/>
        </a:accent5>
        <a:accent6>
          <a:srgbClr val="56009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10">
        <a:dk1>
          <a:srgbClr val="003000"/>
        </a:dk1>
        <a:lt1>
          <a:srgbClr val="9FCF9F"/>
        </a:lt1>
        <a:dk2>
          <a:srgbClr val="000000"/>
        </a:dk2>
        <a:lt2>
          <a:srgbClr val="808080"/>
        </a:lt2>
        <a:accent1>
          <a:srgbClr val="FFFFFF"/>
        </a:accent1>
        <a:accent2>
          <a:srgbClr val="006730"/>
        </a:accent2>
        <a:accent3>
          <a:srgbClr val="CDE4CD"/>
        </a:accent3>
        <a:accent4>
          <a:srgbClr val="002700"/>
        </a:accent4>
        <a:accent5>
          <a:srgbClr val="FFFFFF"/>
        </a:accent5>
        <a:accent6>
          <a:srgbClr val="005D2A"/>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11">
        <a:dk1>
          <a:srgbClr val="000000"/>
        </a:dk1>
        <a:lt1>
          <a:srgbClr val="FFFFD5"/>
        </a:lt1>
        <a:dk2>
          <a:srgbClr val="000000"/>
        </a:dk2>
        <a:lt2>
          <a:srgbClr val="808080"/>
        </a:lt2>
        <a:accent1>
          <a:srgbClr val="D7DFCF"/>
        </a:accent1>
        <a:accent2>
          <a:srgbClr val="661600"/>
        </a:accent2>
        <a:accent3>
          <a:srgbClr val="FFFFE7"/>
        </a:accent3>
        <a:accent4>
          <a:srgbClr val="000000"/>
        </a:accent4>
        <a:accent5>
          <a:srgbClr val="E8ECE4"/>
        </a:accent5>
        <a:accent6>
          <a:srgbClr val="5C1300"/>
        </a:accent6>
        <a:hlink>
          <a:srgbClr val="008000"/>
        </a:hlink>
        <a:folHlink>
          <a:srgbClr val="8000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QM documents" ma:contentTypeID="0x010100E26C0F6C4A527743BF071EFDA82F724200F633C7C120FB434595608543636DAD1F" ma:contentTypeVersion="17" ma:contentTypeDescription="" ma:contentTypeScope="" ma:versionID="776b2f6a3b4f32f89bbaeff9127b03b1">
  <xsd:schema xmlns:xsd="http://www.w3.org/2001/XMLSchema" xmlns:xs="http://www.w3.org/2001/XMLSchema" xmlns:p="http://schemas.microsoft.com/office/2006/metadata/properties" xmlns:ns1="46575160-df62-42ed-bcc3-558deeb9cf22" targetNamespace="http://schemas.microsoft.com/office/2006/metadata/properties" ma:root="true" ma:fieldsID="8d17d09ad683e22a01904841f65123e8" ns1:_="">
    <xsd:import namespace="46575160-df62-42ed-bcc3-558deeb9cf22"/>
    <xsd:element name="properties">
      <xsd:complexType>
        <xsd:sequence>
          <xsd:element name="documentManagement">
            <xsd:complexType>
              <xsd:all>
                <xsd:element ref="ns1:SALQMDocumentType"/>
                <xsd:element ref="ns1:SALResponsiblePerson" minOccurs="0"/>
                <xsd:element ref="ns1:SALDocCategory" minOccurs="0"/>
                <xsd:element ref="ns1:p16a8c7903aa4251ad8883c93e268d02" minOccurs="0"/>
                <xsd:element ref="ns1:TaxCatchAll" minOccurs="0"/>
                <xsd:element ref="ns1:TaxCatchAllLabe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6575160-df62-42ed-bcc3-558deeb9cf22" elementFormDefault="qualified">
    <xsd:import namespace="http://schemas.microsoft.com/office/2006/documentManagement/types"/>
    <xsd:import namespace="http://schemas.microsoft.com/office/infopath/2007/PartnerControls"/>
    <xsd:element name="SALQMDocumentType" ma:index="0" ma:displayName="Document type" ma:default="Guideline" ma:format="Dropdown" ma:internalName="SALQMDocumentType" ma:readOnly="false">
      <xsd:simpleType>
        <xsd:restriction base="dms:Choice">
          <xsd:enumeration value="Guideline"/>
          <xsd:enumeration value="Process"/>
          <xsd:enumeration value="Supporting document"/>
          <xsd:enumeration value="Form"/>
          <xsd:enumeration value="Handbook"/>
          <xsd:enumeration value="Standard Operating Procedure"/>
          <xsd:enumeration value="Training Material"/>
        </xsd:restriction>
      </xsd:simpleType>
    </xsd:element>
    <xsd:element name="SALResponsiblePerson" ma:index="2" nillable="true" ma:displayName="Responsible Person" ma:list="UserInfo" ma:internalName="SALResponsiblePerson"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ALDocCategory" ma:index="3" nillable="true" ma:displayName="Category" ma:default="Business Trips" ma:format="Dropdown" ma:internalName="SALDocCategory" ma:readOnly="false">
      <xsd:simpleType>
        <xsd:restriction base="dms:Choice">
          <xsd:enumeration value="Business Trips"/>
          <xsd:enumeration value="Compliance"/>
          <xsd:enumeration value="Finances"/>
          <xsd:enumeration value="HR"/>
          <xsd:enumeration value="IT"/>
          <xsd:enumeration value="Legal"/>
          <xsd:enumeration value="Purchase &amp; Procurement"/>
          <xsd:enumeration value="Time &amp; Activity Tracking"/>
          <xsd:enumeration value="QM"/>
          <xsd:enumeration value="Research"/>
          <xsd:enumeration value="IP"/>
          <xsd:enumeration value="Communications"/>
          <xsd:enumeration value="EHS Global Safety"/>
          <xsd:enumeration value="EHS Safety Graz"/>
          <xsd:enumeration value="EHS Safety Villach"/>
          <xsd:enumeration value="EHS Safety Linz"/>
          <xsd:enumeration value="CTO"/>
          <xsd:enumeration value="BD"/>
        </xsd:restriction>
      </xsd:simpleType>
    </xsd:element>
    <xsd:element name="p16a8c7903aa4251ad8883c93e268d02" ma:index="9" nillable="true" ma:taxonomy="true" ma:internalName="p16a8c7903aa4251ad8883c93e268d02" ma:taxonomyFieldName="SALMetatags" ma:displayName="Metatags" ma:default="" ma:fieldId="{916a8c79-03aa-4251-ad88-83c93e268d02}" ma:sspId="b1b908b1-3ae6-425a-9e17-bdd8693e8601" ma:termSetId="db7d6c5b-a6a6-4562-9f2c-e6535580c146" ma:anchorId="00000000-0000-0000-0000-000000000000" ma:open="true" ma:isKeyword="false">
      <xsd:complexType>
        <xsd:sequence>
          <xsd:element ref="pc:Terms" minOccurs="0" maxOccurs="1"/>
        </xsd:sequence>
      </xsd:complexType>
    </xsd:element>
    <xsd:element name="TaxCatchAll" ma:index="10" nillable="true" ma:displayName="Taxonomy Catch All Column" ma:hidden="true" ma:list="{bd2a7e7c-41cd-4608-8367-035492624734}" ma:internalName="TaxCatchAll" ma:showField="CatchAllData" ma:web="46575160-df62-42ed-bcc3-558deeb9cf22">
      <xsd:complexType>
        <xsd:complexContent>
          <xsd:extension base="dms:MultiChoiceLookup">
            <xsd:sequence>
              <xsd:element name="Value" type="dms:Lookup" maxOccurs="unbounded" minOccurs="0" nillable="true"/>
            </xsd:sequence>
          </xsd:extension>
        </xsd:complexContent>
      </xsd:complexType>
    </xsd:element>
    <xsd:element name="TaxCatchAllLabel" ma:index="11" nillable="true" ma:displayName="Taxonomy Catch All Column1" ma:hidden="true" ma:list="{bd2a7e7c-41cd-4608-8367-035492624734}" ma:internalName="TaxCatchAllLabel" ma:readOnly="true" ma:showField="CatchAllDataLabel" ma:web="46575160-df62-42ed-bcc3-558deeb9cf2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8"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ALResponsiblePerson xmlns="46575160-df62-42ed-bcc3-558deeb9cf22">
      <UserInfo>
        <DisplayName/>
        <AccountId xsi:nil="true"/>
        <AccountType/>
      </UserInfo>
    </SALResponsiblePerson>
    <SALDocCategory xmlns="46575160-df62-42ed-bcc3-558deeb9cf22">Communications</SALDocCategory>
    <TaxCatchAll xmlns="46575160-df62-42ed-bcc3-558deeb9cf22" xsi:nil="true"/>
    <SALQMDocumentType xmlns="46575160-df62-42ed-bcc3-558deeb9cf22">Form</SALQMDocumentType>
    <p16a8c7903aa4251ad8883c93e268d02 xmlns="46575160-df62-42ed-bcc3-558deeb9cf22">
      <Terms xmlns="http://schemas.microsoft.com/office/infopath/2007/PartnerControls"/>
    </p16a8c7903aa4251ad8883c93e268d02>
  </documentManagement>
</p:properties>
</file>

<file path=customXml/itemProps1.xml><?xml version="1.0" encoding="utf-8"?>
<ds:datastoreItem xmlns:ds="http://schemas.openxmlformats.org/officeDocument/2006/customXml" ds:itemID="{D2BAC7CD-E206-4D03-A067-DB91DFAFA8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6575160-df62-42ed-bcc3-558deeb9cf2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2B4F49F-2633-410D-8C19-1B46DA248716}">
  <ds:schemaRefs>
    <ds:schemaRef ds:uri="http://schemas.microsoft.com/sharepoint/v3/contenttype/forms"/>
  </ds:schemaRefs>
</ds:datastoreItem>
</file>

<file path=customXml/itemProps3.xml><?xml version="1.0" encoding="utf-8"?>
<ds:datastoreItem xmlns:ds="http://schemas.openxmlformats.org/officeDocument/2006/customXml" ds:itemID="{76299314-5CC4-49DD-BF71-BC9EAD688F0B}">
  <ds:schemaRefs>
    <ds:schemaRef ds:uri="http://schemas.microsoft.com/office/2006/documentManagement/types"/>
    <ds:schemaRef ds:uri="http://purl.org/dc/dcmitype/"/>
    <ds:schemaRef ds:uri="http://purl.org/dc/elements/1.1/"/>
    <ds:schemaRef ds:uri="http://schemas.microsoft.com/office/2006/metadata/properties"/>
    <ds:schemaRef ds:uri="http://schemas.openxmlformats.org/package/2006/metadata/core-properties"/>
    <ds:schemaRef ds:uri="http://purl.org/dc/terms/"/>
    <ds:schemaRef ds:uri="http://schemas.microsoft.com/office/infopath/2007/PartnerControls"/>
    <ds:schemaRef ds:uri="46575160-df62-42ed-bcc3-558deeb9cf22"/>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0</TotalTime>
  <Words>199</Words>
  <Application>Microsoft Office PowerPoint</Application>
  <PresentationFormat>Custom</PresentationFormat>
  <Paragraphs>14</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Arial Black</vt:lpstr>
      <vt:lpstr>Arial Narrow</vt:lpstr>
      <vt:lpstr>Symbol</vt:lpstr>
      <vt:lpstr>Custom Design</vt:lpstr>
      <vt:lpstr>Machine Learning Strategies for Freeform PMUTs Design</vt:lpstr>
    </vt:vector>
  </TitlesOfParts>
  <Company>www.PosterPresentations.com</Company>
  <LinksUpToDate>false</LinksUpToDate>
  <SharedDoc>false</SharedDoc>
  <HyperlinkBase>http://www.posterpresentations.com</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FO-COM-012 Poster A0 Template.pptx</dc:title>
  <dc:subject>Free PowerPoint poster templates</dc:subject>
  <dc:creator>Copywrite Digital - Tralee - 066 7128671</dc:creator>
  <cp:keywords>poster presentation, poster design, poster template</cp:keywords>
  <dc:description>Non-authorized printing of this poster template by any commercial printing service other than PosterPresentations.com is strictly prohibited._x000d_
Non-profit educational printing centers are exempt._x000d_
To obtain printing authorization call:_x000d_
1.866.649.3004_x000d_
_x000d_
© 2009</dc:description>
  <cp:lastModifiedBy>Xu Jiapeng</cp:lastModifiedBy>
  <cp:revision>294</cp:revision>
  <cp:lastPrinted>2009-11-10T08:04:03Z</cp:lastPrinted>
  <dcterms:created xsi:type="dcterms:W3CDTF">2009-11-10T07:29:27Z</dcterms:created>
  <dcterms:modified xsi:type="dcterms:W3CDTF">2024-08-30T19:57:30Z</dcterms:modified>
  <cp:category>Powerpoint poster templates</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0x010100E26C0F6C4A527743BF071EFDA82F724200F633C7C120FB434595608543636DAD1F</vt:lpwstr>
  </property>
  <property fmtid="{D5CDD505-2E9C-101B-9397-08002B2CF9AE}" pid="3" name="SALMetatags">
    <vt:lpwstr/>
  </property>
</Properties>
</file>